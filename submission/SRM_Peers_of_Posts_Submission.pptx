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4AF8B-A594-4CA2-A468-359563A2EF3F}" v="6" dt="2026-09-27T16:19:23.829"/>
    <p1510:client id="{57EB52EC-0D17-4955-A89F-60E688D38B16}" v="6" dt="2026-09-27T17:38:20.8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shank Prasad" userId="5cb11271fea90036" providerId="LiveId" clId="{1501577A-7190-47FF-8FFD-3545574FC583}"/>
    <pc:docChg chg="undo custSel modSld">
      <pc:chgData name="Shashank Prasad" userId="5cb11271fea90036" providerId="LiveId" clId="{1501577A-7190-47FF-8FFD-3545574FC583}" dt="2026-09-27T17:38:06.335" v="316" actId="14100"/>
      <pc:docMkLst>
        <pc:docMk/>
      </pc:docMkLst>
      <pc:sldChg chg="modSp mod">
        <pc:chgData name="Shashank Prasad" userId="5cb11271fea90036" providerId="LiveId" clId="{1501577A-7190-47FF-8FFD-3545574FC583}" dt="2026-09-27T16:45:07.944" v="226" actId="20577"/>
        <pc:sldMkLst>
          <pc:docMk/>
          <pc:sldMk cId="0" sldId="257"/>
        </pc:sldMkLst>
        <pc:spChg chg="mod">
          <ac:chgData name="Shashank Prasad" userId="5cb11271fea90036" providerId="LiveId" clId="{1501577A-7190-47FF-8FFD-3545574FC583}" dt="2026-09-27T16:45:07.944" v="226" actId="20577"/>
          <ac:spMkLst>
            <pc:docMk/>
            <pc:sldMk cId="0" sldId="257"/>
            <ac:spMk id="7" creationId="{00000000-0000-0000-0000-000000000000}"/>
          </ac:spMkLst>
        </pc:spChg>
      </pc:sldChg>
      <pc:sldChg chg="modSp mod">
        <pc:chgData name="Shashank Prasad" userId="5cb11271fea90036" providerId="LiveId" clId="{1501577A-7190-47FF-8FFD-3545574FC583}" dt="2026-09-27T16:49:42.753" v="266" actId="120"/>
        <pc:sldMkLst>
          <pc:docMk/>
          <pc:sldMk cId="256478858" sldId="258"/>
        </pc:sldMkLst>
        <pc:spChg chg="mod">
          <ac:chgData name="Shashank Prasad" userId="5cb11271fea90036" providerId="LiveId" clId="{1501577A-7190-47FF-8FFD-3545574FC583}" dt="2026-09-27T16:16:19.955" v="221" actId="14100"/>
          <ac:spMkLst>
            <pc:docMk/>
            <pc:sldMk cId="256478858" sldId="258"/>
            <ac:spMk id="2" creationId="{51353DB3-FB86-4452-A4FB-E7F4BEA62856}"/>
          </ac:spMkLst>
        </pc:spChg>
        <pc:spChg chg="mod">
          <ac:chgData name="Shashank Prasad" userId="5cb11271fea90036" providerId="LiveId" clId="{1501577A-7190-47FF-8FFD-3545574FC583}" dt="2026-09-27T16:18:47.714" v="224" actId="123"/>
          <ac:spMkLst>
            <pc:docMk/>
            <pc:sldMk cId="256478858" sldId="258"/>
            <ac:spMk id="3" creationId="{539AB598-5650-4E46-905A-9096F4C50C3B}"/>
          </ac:spMkLst>
        </pc:spChg>
        <pc:spChg chg="mod">
          <ac:chgData name="Shashank Prasad" userId="5cb11271fea90036" providerId="LiveId" clId="{1501577A-7190-47FF-8FFD-3545574FC583}" dt="2026-09-27T16:49:37.925" v="264" actId="120"/>
          <ac:spMkLst>
            <pc:docMk/>
            <pc:sldMk cId="256478858" sldId="258"/>
            <ac:spMk id="8" creationId="{00000000-0000-0000-0000-000000000000}"/>
          </ac:spMkLst>
        </pc:spChg>
        <pc:spChg chg="mod">
          <ac:chgData name="Shashank Prasad" userId="5cb11271fea90036" providerId="LiveId" clId="{1501577A-7190-47FF-8FFD-3545574FC583}" dt="2026-09-27T16:49:40.332" v="265" actId="120"/>
          <ac:spMkLst>
            <pc:docMk/>
            <pc:sldMk cId="256478858" sldId="258"/>
            <ac:spMk id="14" creationId="{00000000-0000-0000-0000-000000000000}"/>
          </ac:spMkLst>
        </pc:spChg>
        <pc:spChg chg="mod">
          <ac:chgData name="Shashank Prasad" userId="5cb11271fea90036" providerId="LiveId" clId="{1501577A-7190-47FF-8FFD-3545574FC583}" dt="2026-09-27T16:49:42.753" v="266" actId="120"/>
          <ac:spMkLst>
            <pc:docMk/>
            <pc:sldMk cId="256478858" sldId="258"/>
            <ac:spMk id="20" creationId="{00000000-0000-0000-0000-000000000000}"/>
          </ac:spMkLst>
        </pc:spChg>
      </pc:sldChg>
      <pc:sldChg chg="modSp mod">
        <pc:chgData name="Shashank Prasad" userId="5cb11271fea90036" providerId="LiveId" clId="{1501577A-7190-47FF-8FFD-3545574FC583}" dt="2026-09-27T16:46:17.196" v="236" actId="255"/>
        <pc:sldMkLst>
          <pc:docMk/>
          <pc:sldMk cId="1549970416" sldId="259"/>
        </pc:sldMkLst>
        <pc:spChg chg="mod">
          <ac:chgData name="Shashank Prasad" userId="5cb11271fea90036" providerId="LiveId" clId="{1501577A-7190-47FF-8FFD-3545574FC583}" dt="2026-09-27T16:19:23.829" v="225"/>
          <ac:spMkLst>
            <pc:docMk/>
            <pc:sldMk cId="1549970416" sldId="259"/>
            <ac:spMk id="3" creationId="{539AB598-5650-4E46-905A-9096F4C50C3B}"/>
          </ac:spMkLst>
        </pc:spChg>
        <pc:spChg chg="mod">
          <ac:chgData name="Shashank Prasad" userId="5cb11271fea90036" providerId="LiveId" clId="{1501577A-7190-47FF-8FFD-3545574FC583}" dt="2026-09-27T16:46:10.779" v="234" actId="255"/>
          <ac:spMkLst>
            <pc:docMk/>
            <pc:sldMk cId="1549970416" sldId="259"/>
            <ac:spMk id="6" creationId="{00000000-0000-0000-0000-000000000000}"/>
          </ac:spMkLst>
        </pc:spChg>
        <pc:spChg chg="mod">
          <ac:chgData name="Shashank Prasad" userId="5cb11271fea90036" providerId="LiveId" clId="{1501577A-7190-47FF-8FFD-3545574FC583}" dt="2026-09-27T16:46:17.196" v="236" actId="255"/>
          <ac:spMkLst>
            <pc:docMk/>
            <pc:sldMk cId="1549970416" sldId="259"/>
            <ac:spMk id="9" creationId="{00000000-0000-0000-0000-000000000000}"/>
          </ac:spMkLst>
        </pc:spChg>
      </pc:sldChg>
      <pc:sldChg chg="addSp delSp modSp mod">
        <pc:chgData name="Shashank Prasad" userId="5cb11271fea90036" providerId="LiveId" clId="{1501577A-7190-47FF-8FFD-3545574FC583}" dt="2026-09-27T17:36:18.674" v="293" actId="1076"/>
        <pc:sldMkLst>
          <pc:docMk/>
          <pc:sldMk cId="2579789072" sldId="260"/>
        </pc:sldMkLst>
        <pc:spChg chg="mod">
          <ac:chgData name="Shashank Prasad" userId="5cb11271fea90036" providerId="LiveId" clId="{1501577A-7190-47FF-8FFD-3545574FC583}" dt="2026-09-27T17:36:18.674" v="293" actId="1076"/>
          <ac:spMkLst>
            <pc:docMk/>
            <pc:sldMk cId="2579789072" sldId="260"/>
            <ac:spMk id="2" creationId="{51353DB3-FB86-4452-A4FB-E7F4BEA62856}"/>
          </ac:spMkLst>
        </pc:spChg>
        <pc:spChg chg="del mod">
          <ac:chgData name="Shashank Prasad" userId="5cb11271fea90036" providerId="LiveId" clId="{1501577A-7190-47FF-8FFD-3545574FC583}" dt="2026-09-27T16:47:11.533" v="240" actId="478"/>
          <ac:spMkLst>
            <pc:docMk/>
            <pc:sldMk cId="2579789072" sldId="260"/>
            <ac:spMk id="3" creationId="{00000000-0000-0000-0000-000000000000}"/>
          </ac:spMkLst>
        </pc:spChg>
        <pc:spChg chg="del">
          <ac:chgData name="Shashank Prasad" userId="5cb11271fea90036" providerId="LiveId" clId="{1501577A-7190-47FF-8FFD-3545574FC583}" dt="2026-09-27T17:35:46.027" v="284" actId="478"/>
          <ac:spMkLst>
            <pc:docMk/>
            <pc:sldMk cId="2579789072" sldId="260"/>
            <ac:spMk id="4" creationId="{00000000-0000-0000-0000-000000000000}"/>
          </ac:spMkLst>
        </pc:spChg>
        <pc:spChg chg="del mod">
          <ac:chgData name="Shashank Prasad" userId="5cb11271fea90036" providerId="LiveId" clId="{1501577A-7190-47FF-8FFD-3545574FC583}" dt="2026-09-27T17:35:46.027" v="284" actId="478"/>
          <ac:spMkLst>
            <pc:docMk/>
            <pc:sldMk cId="2579789072" sldId="260"/>
            <ac:spMk id="6" creationId="{00000000-0000-0000-0000-000000000000}"/>
          </ac:spMkLst>
        </pc:spChg>
        <pc:spChg chg="del mod">
          <ac:chgData name="Shashank Prasad" userId="5cb11271fea90036" providerId="LiveId" clId="{1501577A-7190-47FF-8FFD-3545574FC583}" dt="2026-09-27T17:35:46.027" v="284" actId="478"/>
          <ac:spMkLst>
            <pc:docMk/>
            <pc:sldMk cId="2579789072" sldId="260"/>
            <ac:spMk id="7" creationId="{00000000-0000-0000-0000-000000000000}"/>
          </ac:spMkLst>
        </pc:spChg>
        <pc:spChg chg="del mod">
          <ac:chgData name="Shashank Prasad" userId="5cb11271fea90036" providerId="LiveId" clId="{1501577A-7190-47FF-8FFD-3545574FC583}" dt="2026-09-27T17:35:46.027" v="284" actId="478"/>
          <ac:spMkLst>
            <pc:docMk/>
            <pc:sldMk cId="2579789072" sldId="260"/>
            <ac:spMk id="10" creationId="{00000000-0000-0000-0000-000000000000}"/>
          </ac:spMkLst>
        </pc:spChg>
        <pc:spChg chg="del mod">
          <ac:chgData name="Shashank Prasad" userId="5cb11271fea90036" providerId="LiveId" clId="{1501577A-7190-47FF-8FFD-3545574FC583}" dt="2026-09-27T17:35:46.027" v="284" actId="478"/>
          <ac:spMkLst>
            <pc:docMk/>
            <pc:sldMk cId="2579789072" sldId="260"/>
            <ac:spMk id="12" creationId="{00000000-0000-0000-0000-000000000000}"/>
          </ac:spMkLst>
        </pc:spChg>
        <pc:spChg chg="mod">
          <ac:chgData name="Shashank Prasad" userId="5cb11271fea90036" providerId="LiveId" clId="{1501577A-7190-47FF-8FFD-3545574FC583}" dt="2026-09-27T16:46:52.255" v="238" actId="255"/>
          <ac:spMkLst>
            <pc:docMk/>
            <pc:sldMk cId="2579789072" sldId="260"/>
            <ac:spMk id="13" creationId="{00000000-0000-0000-0000-000000000000}"/>
          </ac:spMkLst>
        </pc:spChg>
        <pc:spChg chg="del mod">
          <ac:chgData name="Shashank Prasad" userId="5cb11271fea90036" providerId="LiveId" clId="{1501577A-7190-47FF-8FFD-3545574FC583}" dt="2026-09-27T17:35:46.027" v="284" actId="478"/>
          <ac:spMkLst>
            <pc:docMk/>
            <pc:sldMk cId="2579789072" sldId="260"/>
            <ac:spMk id="18" creationId="{00000000-0000-0000-0000-000000000000}"/>
          </ac:spMkLst>
        </pc:spChg>
        <pc:spChg chg="mod">
          <ac:chgData name="Shashank Prasad" userId="5cb11271fea90036" providerId="LiveId" clId="{1501577A-7190-47FF-8FFD-3545574FC583}" dt="2026-09-27T16:46:52.255" v="238" actId="255"/>
          <ac:spMkLst>
            <pc:docMk/>
            <pc:sldMk cId="2579789072" sldId="260"/>
            <ac:spMk id="19" creationId="{00000000-0000-0000-0000-000000000000}"/>
          </ac:spMkLst>
        </pc:spChg>
        <pc:spChg chg="del mod">
          <ac:chgData name="Shashank Prasad" userId="5cb11271fea90036" providerId="LiveId" clId="{1501577A-7190-47FF-8FFD-3545574FC583}" dt="2026-09-27T17:35:46.027" v="284" actId="478"/>
          <ac:spMkLst>
            <pc:docMk/>
            <pc:sldMk cId="2579789072" sldId="260"/>
            <ac:spMk id="25" creationId="{00000000-0000-0000-0000-000000000000}"/>
          </ac:spMkLst>
        </pc:spChg>
        <pc:spChg chg="mod">
          <ac:chgData name="Shashank Prasad" userId="5cb11271fea90036" providerId="LiveId" clId="{1501577A-7190-47FF-8FFD-3545574FC583}" dt="2026-09-27T16:46:52.255" v="238" actId="255"/>
          <ac:spMkLst>
            <pc:docMk/>
            <pc:sldMk cId="2579789072" sldId="260"/>
            <ac:spMk id="31" creationId="{00000000-0000-0000-0000-000000000000}"/>
          </ac:spMkLst>
        </pc:spChg>
        <pc:spChg chg="del mod">
          <ac:chgData name="Shashank Prasad" userId="5cb11271fea90036" providerId="LiveId" clId="{1501577A-7190-47FF-8FFD-3545574FC583}" dt="2026-09-27T17:35:46.027" v="284" actId="478"/>
          <ac:spMkLst>
            <pc:docMk/>
            <pc:sldMk cId="2579789072" sldId="260"/>
            <ac:spMk id="33" creationId="{00000000-0000-0000-0000-000000000000}"/>
          </ac:spMkLst>
        </pc:spChg>
        <pc:spChg chg="del mod">
          <ac:chgData name="Shashank Prasad" userId="5cb11271fea90036" providerId="LiveId" clId="{1501577A-7190-47FF-8FFD-3545574FC583}" dt="2026-09-27T17:35:46.027" v="284" actId="478"/>
          <ac:spMkLst>
            <pc:docMk/>
            <pc:sldMk cId="2579789072" sldId="260"/>
            <ac:spMk id="34" creationId="{00000000-0000-0000-0000-000000000000}"/>
          </ac:spMkLst>
        </pc:spChg>
        <pc:spChg chg="del mod">
          <ac:chgData name="Shashank Prasad" userId="5cb11271fea90036" providerId="LiveId" clId="{1501577A-7190-47FF-8FFD-3545574FC583}" dt="2026-09-27T17:35:46.027" v="284" actId="478"/>
          <ac:spMkLst>
            <pc:docMk/>
            <pc:sldMk cId="2579789072" sldId="260"/>
            <ac:spMk id="36" creationId="{00000000-0000-0000-0000-000000000000}"/>
          </ac:spMkLst>
        </pc:spChg>
        <pc:spChg chg="mod">
          <ac:chgData name="Shashank Prasad" userId="5cb11271fea90036" providerId="LiveId" clId="{1501577A-7190-47FF-8FFD-3545574FC583}" dt="2026-09-27T16:46:52.255" v="238" actId="255"/>
          <ac:spMkLst>
            <pc:docMk/>
            <pc:sldMk cId="2579789072" sldId="260"/>
            <ac:spMk id="37" creationId="{00000000-0000-0000-0000-000000000000}"/>
          </ac:spMkLst>
        </pc:spChg>
        <pc:spChg chg="del mod">
          <ac:chgData name="Shashank Prasad" userId="5cb11271fea90036" providerId="LiveId" clId="{1501577A-7190-47FF-8FFD-3545574FC583}" dt="2026-09-27T16:47:16.333" v="243"/>
          <ac:spMkLst>
            <pc:docMk/>
            <pc:sldMk cId="2579789072" sldId="260"/>
            <ac:spMk id="39" creationId="{00000000-0000-0000-0000-000000000000}"/>
          </ac:spMkLst>
        </pc:spChg>
        <pc:picChg chg="add mod">
          <ac:chgData name="Shashank Prasad" userId="5cb11271fea90036" providerId="LiveId" clId="{1501577A-7190-47FF-8FFD-3545574FC583}" dt="2026-09-27T17:36:07.989" v="292" actId="14100"/>
          <ac:picMkLst>
            <pc:docMk/>
            <pc:sldMk cId="2579789072" sldId="260"/>
            <ac:picMk id="41" creationId="{C2DA0247-66FC-09B7-B080-8A25C04034A1}"/>
          </ac:picMkLst>
        </pc:picChg>
      </pc:sldChg>
      <pc:sldChg chg="delSp modSp mod">
        <pc:chgData name="Shashank Prasad" userId="5cb11271fea90036" providerId="LiveId" clId="{1501577A-7190-47FF-8FFD-3545574FC583}" dt="2026-09-27T17:37:40.774" v="311" actId="1076"/>
        <pc:sldMkLst>
          <pc:docMk/>
          <pc:sldMk cId="117824493" sldId="261"/>
        </pc:sldMkLst>
        <pc:spChg chg="mod">
          <ac:chgData name="Shashank Prasad" userId="5cb11271fea90036" providerId="LiveId" clId="{1501577A-7190-47FF-8FFD-3545574FC583}" dt="2026-09-27T17:37:40.774" v="311" actId="1076"/>
          <ac:spMkLst>
            <pc:docMk/>
            <pc:sldMk cId="117824493" sldId="261"/>
            <ac:spMk id="3" creationId="{00000000-0000-0000-0000-000000000000}"/>
          </ac:spMkLst>
        </pc:spChg>
        <pc:spChg chg="mod">
          <ac:chgData name="Shashank Prasad" userId="5cb11271fea90036" providerId="LiveId" clId="{1501577A-7190-47FF-8FFD-3545574FC583}" dt="2026-09-27T17:37:40.774" v="311" actId="1076"/>
          <ac:spMkLst>
            <pc:docMk/>
            <pc:sldMk cId="117824493" sldId="261"/>
            <ac:spMk id="4" creationId="{00000000-0000-0000-0000-000000000000}"/>
          </ac:spMkLst>
        </pc:spChg>
        <pc:spChg chg="mod">
          <ac:chgData name="Shashank Prasad" userId="5cb11271fea90036" providerId="LiveId" clId="{1501577A-7190-47FF-8FFD-3545574FC583}" dt="2026-09-27T17:37:40.774" v="311" actId="1076"/>
          <ac:spMkLst>
            <pc:docMk/>
            <pc:sldMk cId="117824493" sldId="261"/>
            <ac:spMk id="5" creationId="{00000000-0000-0000-0000-000000000000}"/>
          </ac:spMkLst>
        </pc:spChg>
        <pc:spChg chg="mod">
          <ac:chgData name="Shashank Prasad" userId="5cb11271fea90036" providerId="LiveId" clId="{1501577A-7190-47FF-8FFD-3545574FC583}" dt="2026-09-27T16:49:51.397" v="267" actId="120"/>
          <ac:spMkLst>
            <pc:docMk/>
            <pc:sldMk cId="117824493" sldId="261"/>
            <ac:spMk id="7" creationId="{00000000-0000-0000-0000-000000000000}"/>
          </ac:spMkLst>
        </pc:spChg>
        <pc:spChg chg="mod">
          <ac:chgData name="Shashank Prasad" userId="5cb11271fea90036" providerId="LiveId" clId="{1501577A-7190-47FF-8FFD-3545574FC583}" dt="2026-09-27T17:37:40.774" v="311" actId="1076"/>
          <ac:spMkLst>
            <pc:docMk/>
            <pc:sldMk cId="117824493" sldId="261"/>
            <ac:spMk id="11" creationId="{00000000-0000-0000-0000-000000000000}"/>
          </ac:spMkLst>
        </pc:spChg>
        <pc:spChg chg="mod">
          <ac:chgData name="Shashank Prasad" userId="5cb11271fea90036" providerId="LiveId" clId="{1501577A-7190-47FF-8FFD-3545574FC583}" dt="2026-09-27T17:37:40.774" v="311" actId="1076"/>
          <ac:spMkLst>
            <pc:docMk/>
            <pc:sldMk cId="117824493" sldId="261"/>
            <ac:spMk id="12" creationId="{00000000-0000-0000-0000-000000000000}"/>
          </ac:spMkLst>
        </pc:spChg>
        <pc:spChg chg="mod">
          <ac:chgData name="Shashank Prasad" userId="5cb11271fea90036" providerId="LiveId" clId="{1501577A-7190-47FF-8FFD-3545574FC583}" dt="2026-09-27T17:37:40.774" v="311" actId="1076"/>
          <ac:spMkLst>
            <pc:docMk/>
            <pc:sldMk cId="117824493" sldId="261"/>
            <ac:spMk id="13" creationId="{00000000-0000-0000-0000-000000000000}"/>
          </ac:spMkLst>
        </pc:spChg>
        <pc:spChg chg="mod">
          <ac:chgData name="Shashank Prasad" userId="5cb11271fea90036" providerId="LiveId" clId="{1501577A-7190-47FF-8FFD-3545574FC583}" dt="2026-09-27T17:37:40.774" v="311" actId="1076"/>
          <ac:spMkLst>
            <pc:docMk/>
            <pc:sldMk cId="117824493" sldId="261"/>
            <ac:spMk id="17" creationId="{00000000-0000-0000-0000-000000000000}"/>
          </ac:spMkLst>
        </pc:spChg>
        <pc:spChg chg="mod">
          <ac:chgData name="Shashank Prasad" userId="5cb11271fea90036" providerId="LiveId" clId="{1501577A-7190-47FF-8FFD-3545574FC583}" dt="2026-09-27T17:37:40.774" v="311" actId="1076"/>
          <ac:spMkLst>
            <pc:docMk/>
            <pc:sldMk cId="117824493" sldId="261"/>
            <ac:spMk id="18" creationId="{00000000-0000-0000-0000-000000000000}"/>
          </ac:spMkLst>
        </pc:spChg>
        <pc:spChg chg="mod">
          <ac:chgData name="Shashank Prasad" userId="5cb11271fea90036" providerId="LiveId" clId="{1501577A-7190-47FF-8FFD-3545574FC583}" dt="2026-09-27T16:49:51.397" v="267" actId="120"/>
          <ac:spMkLst>
            <pc:docMk/>
            <pc:sldMk cId="117824493" sldId="261"/>
            <ac:spMk id="19" creationId="{00000000-0000-0000-0000-000000000000}"/>
          </ac:spMkLst>
        </pc:spChg>
        <pc:spChg chg="mod">
          <ac:chgData name="Shashank Prasad" userId="5cb11271fea90036" providerId="LiveId" clId="{1501577A-7190-47FF-8FFD-3545574FC583}" dt="2026-09-27T17:37:40.774" v="311" actId="1076"/>
          <ac:spMkLst>
            <pc:docMk/>
            <pc:sldMk cId="117824493" sldId="261"/>
            <ac:spMk id="22" creationId="{00000000-0000-0000-0000-000000000000}"/>
          </ac:spMkLst>
        </pc:spChg>
        <pc:spChg chg="mod">
          <ac:chgData name="Shashank Prasad" userId="5cb11271fea90036" providerId="LiveId" clId="{1501577A-7190-47FF-8FFD-3545574FC583}" dt="2026-09-27T17:37:40.774" v="311" actId="1076"/>
          <ac:spMkLst>
            <pc:docMk/>
            <pc:sldMk cId="117824493" sldId="261"/>
            <ac:spMk id="23" creationId="{00000000-0000-0000-0000-000000000000}"/>
          </ac:spMkLst>
        </pc:spChg>
        <pc:spChg chg="mod">
          <ac:chgData name="Shashank Prasad" userId="5cb11271fea90036" providerId="LiveId" clId="{1501577A-7190-47FF-8FFD-3545574FC583}" dt="2026-09-27T16:49:51.397" v="267" actId="120"/>
          <ac:spMkLst>
            <pc:docMk/>
            <pc:sldMk cId="117824493" sldId="261"/>
            <ac:spMk id="25" creationId="{00000000-0000-0000-0000-000000000000}"/>
          </ac:spMkLst>
        </pc:spChg>
        <pc:spChg chg="del mod">
          <ac:chgData name="Shashank Prasad" userId="5cb11271fea90036" providerId="LiveId" clId="{1501577A-7190-47FF-8FFD-3545574FC583}" dt="2026-09-27T17:37:35.962" v="310" actId="478"/>
          <ac:spMkLst>
            <pc:docMk/>
            <pc:sldMk cId="117824493" sldId="261"/>
            <ac:spMk id="26" creationId="{00000000-0000-0000-0000-000000000000}"/>
          </ac:spMkLst>
        </pc:spChg>
      </pc:sldChg>
      <pc:sldChg chg="addSp delSp mod">
        <pc:chgData name="Shashank Prasad" userId="5cb11271fea90036" providerId="LiveId" clId="{1501577A-7190-47FF-8FFD-3545574FC583}" dt="2026-09-27T17:30:20.678" v="280" actId="22"/>
        <pc:sldMkLst>
          <pc:docMk/>
          <pc:sldMk cId="3724828803" sldId="262"/>
        </pc:sldMkLst>
        <pc:spChg chg="del">
          <ac:chgData name="Shashank Prasad" userId="5cb11271fea90036" providerId="LiveId" clId="{1501577A-7190-47FF-8FFD-3545574FC583}" dt="2026-09-27T17:30:17.918" v="279" actId="478"/>
          <ac:spMkLst>
            <pc:docMk/>
            <pc:sldMk cId="3724828803" sldId="262"/>
            <ac:spMk id="3" creationId="{00000000-0000-0000-0000-000000000000}"/>
          </ac:spMkLst>
        </pc:spChg>
        <pc:spChg chg="del">
          <ac:chgData name="Shashank Prasad" userId="5cb11271fea90036" providerId="LiveId" clId="{1501577A-7190-47FF-8FFD-3545574FC583}" dt="2026-09-27T17:30:17.918" v="279" actId="478"/>
          <ac:spMkLst>
            <pc:docMk/>
            <pc:sldMk cId="3724828803" sldId="262"/>
            <ac:spMk id="5" creationId="{00000000-0000-0000-0000-000000000000}"/>
          </ac:spMkLst>
        </pc:spChg>
        <pc:spChg chg="del">
          <ac:chgData name="Shashank Prasad" userId="5cb11271fea90036" providerId="LiveId" clId="{1501577A-7190-47FF-8FFD-3545574FC583}" dt="2026-09-27T17:30:17.918" v="279" actId="478"/>
          <ac:spMkLst>
            <pc:docMk/>
            <pc:sldMk cId="3724828803" sldId="262"/>
            <ac:spMk id="11" creationId="{00000000-0000-0000-0000-000000000000}"/>
          </ac:spMkLst>
        </pc:spChg>
        <pc:spChg chg="del">
          <ac:chgData name="Shashank Prasad" userId="5cb11271fea90036" providerId="LiveId" clId="{1501577A-7190-47FF-8FFD-3545574FC583}" dt="2026-09-27T17:30:17.918" v="279" actId="478"/>
          <ac:spMkLst>
            <pc:docMk/>
            <pc:sldMk cId="3724828803" sldId="262"/>
            <ac:spMk id="12" creationId="{00000000-0000-0000-0000-000000000000}"/>
          </ac:spMkLst>
        </pc:spChg>
        <pc:spChg chg="del">
          <ac:chgData name="Shashank Prasad" userId="5cb11271fea90036" providerId="LiveId" clId="{1501577A-7190-47FF-8FFD-3545574FC583}" dt="2026-09-27T17:30:17.918" v="279" actId="478"/>
          <ac:spMkLst>
            <pc:docMk/>
            <pc:sldMk cId="3724828803" sldId="262"/>
            <ac:spMk id="13" creationId="{00000000-0000-0000-0000-000000000000}"/>
          </ac:spMkLst>
        </pc:spChg>
        <pc:spChg chg="del">
          <ac:chgData name="Shashank Prasad" userId="5cb11271fea90036" providerId="LiveId" clId="{1501577A-7190-47FF-8FFD-3545574FC583}" dt="2026-09-27T17:30:17.918" v="279" actId="478"/>
          <ac:spMkLst>
            <pc:docMk/>
            <pc:sldMk cId="3724828803" sldId="262"/>
            <ac:spMk id="14" creationId="{00000000-0000-0000-0000-000000000000}"/>
          </ac:spMkLst>
        </pc:spChg>
        <pc:spChg chg="del">
          <ac:chgData name="Shashank Prasad" userId="5cb11271fea90036" providerId="LiveId" clId="{1501577A-7190-47FF-8FFD-3545574FC583}" dt="2026-09-27T17:30:17.918" v="279" actId="478"/>
          <ac:spMkLst>
            <pc:docMk/>
            <pc:sldMk cId="3724828803" sldId="262"/>
            <ac:spMk id="16" creationId="{00000000-0000-0000-0000-000000000000}"/>
          </ac:spMkLst>
        </pc:spChg>
        <pc:spChg chg="del">
          <ac:chgData name="Shashank Prasad" userId="5cb11271fea90036" providerId="LiveId" clId="{1501577A-7190-47FF-8FFD-3545574FC583}" dt="2026-09-27T17:30:17.918" v="279" actId="478"/>
          <ac:spMkLst>
            <pc:docMk/>
            <pc:sldMk cId="3724828803" sldId="262"/>
            <ac:spMk id="21" creationId="{00000000-0000-0000-0000-000000000000}"/>
          </ac:spMkLst>
        </pc:spChg>
        <pc:spChg chg="del">
          <ac:chgData name="Shashank Prasad" userId="5cb11271fea90036" providerId="LiveId" clId="{1501577A-7190-47FF-8FFD-3545574FC583}" dt="2026-09-27T17:30:17.918" v="279" actId="478"/>
          <ac:spMkLst>
            <pc:docMk/>
            <pc:sldMk cId="3724828803" sldId="262"/>
            <ac:spMk id="22" creationId="{00000000-0000-0000-0000-000000000000}"/>
          </ac:spMkLst>
        </pc:spChg>
        <pc:spChg chg="del">
          <ac:chgData name="Shashank Prasad" userId="5cb11271fea90036" providerId="LiveId" clId="{1501577A-7190-47FF-8FFD-3545574FC583}" dt="2026-09-27T17:30:17.918" v="279" actId="478"/>
          <ac:spMkLst>
            <pc:docMk/>
            <pc:sldMk cId="3724828803" sldId="262"/>
            <ac:spMk id="23" creationId="{00000000-0000-0000-0000-000000000000}"/>
          </ac:spMkLst>
        </pc:spChg>
        <pc:picChg chg="add">
          <ac:chgData name="Shashank Prasad" userId="5cb11271fea90036" providerId="LiveId" clId="{1501577A-7190-47FF-8FFD-3545574FC583}" dt="2026-09-27T17:30:20.678" v="280" actId="22"/>
          <ac:picMkLst>
            <pc:docMk/>
            <pc:sldMk cId="3724828803" sldId="262"/>
            <ac:picMk id="28" creationId="{646004B5-62EE-D6CD-1943-5E60F293B7AB}"/>
          </ac:picMkLst>
        </pc:picChg>
      </pc:sldChg>
      <pc:sldChg chg="modSp mod">
        <pc:chgData name="Shashank Prasad" userId="5cb11271fea90036" providerId="LiveId" clId="{1501577A-7190-47FF-8FFD-3545574FC583}" dt="2026-09-27T16:49:31.680" v="263" actId="123"/>
        <pc:sldMkLst>
          <pc:docMk/>
          <pc:sldMk cId="3668119090" sldId="263"/>
        </pc:sldMkLst>
        <pc:spChg chg="mod">
          <ac:chgData name="Shashank Prasad" userId="5cb11271fea90036" providerId="LiveId" clId="{1501577A-7190-47FF-8FFD-3545574FC583}" dt="2026-09-27T16:49:31.680" v="263" actId="123"/>
          <ac:spMkLst>
            <pc:docMk/>
            <pc:sldMk cId="3668119090" sldId="263"/>
            <ac:spMk id="6" creationId="{00000000-0000-0000-0000-000000000000}"/>
          </ac:spMkLst>
        </pc:spChg>
        <pc:spChg chg="mod">
          <ac:chgData name="Shashank Prasad" userId="5cb11271fea90036" providerId="LiveId" clId="{1501577A-7190-47FF-8FFD-3545574FC583}" dt="2026-09-27T16:49:25.764" v="261" actId="255"/>
          <ac:spMkLst>
            <pc:docMk/>
            <pc:sldMk cId="3668119090" sldId="263"/>
            <ac:spMk id="10" creationId="{00000000-0000-0000-0000-000000000000}"/>
          </ac:spMkLst>
        </pc:spChg>
        <pc:spChg chg="mod">
          <ac:chgData name="Shashank Prasad" userId="5cb11271fea90036" providerId="LiveId" clId="{1501577A-7190-47FF-8FFD-3545574FC583}" dt="2026-09-27T16:49:25.764" v="261" actId="255"/>
          <ac:spMkLst>
            <pc:docMk/>
            <pc:sldMk cId="3668119090" sldId="263"/>
            <ac:spMk id="14" creationId="{00000000-0000-0000-0000-000000000000}"/>
          </ac:spMkLst>
        </pc:spChg>
        <pc:spChg chg="mod">
          <ac:chgData name="Shashank Prasad" userId="5cb11271fea90036" providerId="LiveId" clId="{1501577A-7190-47FF-8FFD-3545574FC583}" dt="2026-09-27T16:49:25.764" v="261" actId="255"/>
          <ac:spMkLst>
            <pc:docMk/>
            <pc:sldMk cId="3668119090" sldId="263"/>
            <ac:spMk id="18" creationId="{00000000-0000-0000-0000-000000000000}"/>
          </ac:spMkLst>
        </pc:spChg>
      </pc:sldChg>
      <pc:sldChg chg="modSp mod">
        <pc:chgData name="Shashank Prasad" userId="5cb11271fea90036" providerId="LiveId" clId="{1501577A-7190-47FF-8FFD-3545574FC583}" dt="2026-09-27T16:50:05.809" v="268" actId="255"/>
        <pc:sldMkLst>
          <pc:docMk/>
          <pc:sldMk cId="1993237029" sldId="264"/>
        </pc:sldMkLst>
        <pc:spChg chg="mod">
          <ac:chgData name="Shashank Prasad" userId="5cb11271fea90036" providerId="LiveId" clId="{1501577A-7190-47FF-8FFD-3545574FC583}" dt="2026-09-27T16:50:05.809" v="268" actId="255"/>
          <ac:spMkLst>
            <pc:docMk/>
            <pc:sldMk cId="1993237029" sldId="264"/>
            <ac:spMk id="4" creationId="{00000000-0000-0000-0000-000000000000}"/>
          </ac:spMkLst>
        </pc:spChg>
        <pc:spChg chg="mod">
          <ac:chgData name="Shashank Prasad" userId="5cb11271fea90036" providerId="LiveId" clId="{1501577A-7190-47FF-8FFD-3545574FC583}" dt="2026-09-27T16:50:05.809" v="268" actId="255"/>
          <ac:spMkLst>
            <pc:docMk/>
            <pc:sldMk cId="1993237029" sldId="264"/>
            <ac:spMk id="5" creationId="{00000000-0000-0000-0000-000000000000}"/>
          </ac:spMkLst>
        </pc:spChg>
        <pc:spChg chg="mod">
          <ac:chgData name="Shashank Prasad" userId="5cb11271fea90036" providerId="LiveId" clId="{1501577A-7190-47FF-8FFD-3545574FC583}" dt="2026-09-27T16:50:05.809" v="268" actId="255"/>
          <ac:spMkLst>
            <pc:docMk/>
            <pc:sldMk cId="1993237029" sldId="264"/>
            <ac:spMk id="7" creationId="{00000000-0000-0000-0000-000000000000}"/>
          </ac:spMkLst>
        </pc:spChg>
        <pc:spChg chg="mod">
          <ac:chgData name="Shashank Prasad" userId="5cb11271fea90036" providerId="LiveId" clId="{1501577A-7190-47FF-8FFD-3545574FC583}" dt="2026-09-27T16:50:05.809" v="268" actId="255"/>
          <ac:spMkLst>
            <pc:docMk/>
            <pc:sldMk cId="1993237029" sldId="264"/>
            <ac:spMk id="8" creationId="{00000000-0000-0000-0000-000000000000}"/>
          </ac:spMkLst>
        </pc:spChg>
        <pc:spChg chg="mod">
          <ac:chgData name="Shashank Prasad" userId="5cb11271fea90036" providerId="LiveId" clId="{1501577A-7190-47FF-8FFD-3545574FC583}" dt="2026-09-27T16:50:05.809" v="268" actId="255"/>
          <ac:spMkLst>
            <pc:docMk/>
            <pc:sldMk cId="1993237029" sldId="264"/>
            <ac:spMk id="10" creationId="{00000000-0000-0000-0000-000000000000}"/>
          </ac:spMkLst>
        </pc:spChg>
        <pc:spChg chg="mod">
          <ac:chgData name="Shashank Prasad" userId="5cb11271fea90036" providerId="LiveId" clId="{1501577A-7190-47FF-8FFD-3545574FC583}" dt="2026-09-27T16:50:05.809" v="268" actId="255"/>
          <ac:spMkLst>
            <pc:docMk/>
            <pc:sldMk cId="1993237029" sldId="264"/>
            <ac:spMk id="11" creationId="{00000000-0000-0000-0000-000000000000}"/>
          </ac:spMkLst>
        </pc:spChg>
      </pc:sldChg>
      <pc:sldChg chg="modSp mod">
        <pc:chgData name="Shashank Prasad" userId="5cb11271fea90036" providerId="LiveId" clId="{1501577A-7190-47FF-8FFD-3545574FC583}" dt="2026-09-27T16:50:29.043" v="269" actId="255"/>
        <pc:sldMkLst>
          <pc:docMk/>
          <pc:sldMk cId="3985914682" sldId="265"/>
        </pc:sldMkLst>
        <pc:spChg chg="mod">
          <ac:chgData name="Shashank Prasad" userId="5cb11271fea90036" providerId="LiveId" clId="{1501577A-7190-47FF-8FFD-3545574FC583}" dt="2026-09-27T16:50:29.043" v="269" actId="255"/>
          <ac:spMkLst>
            <pc:docMk/>
            <pc:sldMk cId="3985914682" sldId="265"/>
            <ac:spMk id="6" creationId="{00000000-0000-0000-0000-000000000000}"/>
          </ac:spMkLst>
        </pc:spChg>
        <pc:spChg chg="mod">
          <ac:chgData name="Shashank Prasad" userId="5cb11271fea90036" providerId="LiveId" clId="{1501577A-7190-47FF-8FFD-3545574FC583}" dt="2026-09-27T16:50:29.043" v="269" actId="255"/>
          <ac:spMkLst>
            <pc:docMk/>
            <pc:sldMk cId="3985914682" sldId="265"/>
            <ac:spMk id="9" creationId="{00000000-0000-0000-0000-000000000000}"/>
          </ac:spMkLst>
        </pc:spChg>
        <pc:spChg chg="mod">
          <ac:chgData name="Shashank Prasad" userId="5cb11271fea90036" providerId="LiveId" clId="{1501577A-7190-47FF-8FFD-3545574FC583}" dt="2026-09-27T16:50:29.043" v="269" actId="255"/>
          <ac:spMkLst>
            <pc:docMk/>
            <pc:sldMk cId="3985914682" sldId="265"/>
            <ac:spMk id="12" creationId="{00000000-0000-0000-0000-000000000000}"/>
          </ac:spMkLst>
        </pc:spChg>
        <pc:spChg chg="mod">
          <ac:chgData name="Shashank Prasad" userId="5cb11271fea90036" providerId="LiveId" clId="{1501577A-7190-47FF-8FFD-3545574FC583}" dt="2026-09-27T16:50:29.043" v="269" actId="255"/>
          <ac:spMkLst>
            <pc:docMk/>
            <pc:sldMk cId="3985914682" sldId="265"/>
            <ac:spMk id="15" creationId="{00000000-0000-0000-0000-000000000000}"/>
          </ac:spMkLst>
        </pc:spChg>
      </pc:sldChg>
      <pc:sldChg chg="modSp mod">
        <pc:chgData name="Shashank Prasad" userId="5cb11271fea90036" providerId="LiveId" clId="{1501577A-7190-47FF-8FFD-3545574FC583}" dt="2026-09-27T16:50:45.314" v="270" actId="255"/>
        <pc:sldMkLst>
          <pc:docMk/>
          <pc:sldMk cId="2095517687" sldId="266"/>
        </pc:sldMkLst>
        <pc:spChg chg="mod">
          <ac:chgData name="Shashank Prasad" userId="5cb11271fea90036" providerId="LiveId" clId="{1501577A-7190-47FF-8FFD-3545574FC583}" dt="2026-09-27T16:50:45.314" v="270" actId="255"/>
          <ac:spMkLst>
            <pc:docMk/>
            <pc:sldMk cId="2095517687" sldId="266"/>
            <ac:spMk id="6" creationId="{00000000-0000-0000-0000-000000000000}"/>
          </ac:spMkLst>
        </pc:spChg>
        <pc:spChg chg="mod">
          <ac:chgData name="Shashank Prasad" userId="5cb11271fea90036" providerId="LiveId" clId="{1501577A-7190-47FF-8FFD-3545574FC583}" dt="2026-09-27T16:50:45.314" v="270" actId="255"/>
          <ac:spMkLst>
            <pc:docMk/>
            <pc:sldMk cId="2095517687" sldId="266"/>
            <ac:spMk id="10" creationId="{00000000-0000-0000-0000-000000000000}"/>
          </ac:spMkLst>
        </pc:spChg>
        <pc:spChg chg="mod">
          <ac:chgData name="Shashank Prasad" userId="5cb11271fea90036" providerId="LiveId" clId="{1501577A-7190-47FF-8FFD-3545574FC583}" dt="2026-09-27T16:50:45.314" v="270" actId="255"/>
          <ac:spMkLst>
            <pc:docMk/>
            <pc:sldMk cId="2095517687" sldId="266"/>
            <ac:spMk id="14" creationId="{00000000-0000-0000-0000-000000000000}"/>
          </ac:spMkLst>
        </pc:spChg>
        <pc:spChg chg="mod">
          <ac:chgData name="Shashank Prasad" userId="5cb11271fea90036" providerId="LiveId" clId="{1501577A-7190-47FF-8FFD-3545574FC583}" dt="2026-09-27T16:50:45.314" v="270" actId="255"/>
          <ac:spMkLst>
            <pc:docMk/>
            <pc:sldMk cId="2095517687" sldId="266"/>
            <ac:spMk id="18" creationId="{00000000-0000-0000-0000-000000000000}"/>
          </ac:spMkLst>
        </pc:spChg>
      </pc:sldChg>
      <pc:sldChg chg="modSp mod">
        <pc:chgData name="Shashank Prasad" userId="5cb11271fea90036" providerId="LiveId" clId="{1501577A-7190-47FF-8FFD-3545574FC583}" dt="2026-09-27T17:38:06.335" v="316" actId="14100"/>
        <pc:sldMkLst>
          <pc:docMk/>
          <pc:sldMk cId="180699301" sldId="271"/>
        </pc:sldMkLst>
        <pc:spChg chg="mod">
          <ac:chgData name="Shashank Prasad" userId="5cb11271fea90036" providerId="LiveId" clId="{1501577A-7190-47FF-8FFD-3545574FC583}" dt="2026-09-27T17:38:06.335" v="316" actId="14100"/>
          <ac:spMkLst>
            <pc:docMk/>
            <pc:sldMk cId="180699301" sldId="271"/>
            <ac:spMk id="3" creationId="{DAB3E6F6-9D00-4480-90E6-EC3C876F26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27-09-2026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27-09-2026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27-09-2026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27-09-2026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27-09-2026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27-09-2026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27-09-2026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27-09-2026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27-09-2026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27-09-2026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27-09-2026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27-09-2026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27-09-2026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youtu.be/dOxAHL3kfXk"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637540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- 2</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Peers of Posts</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SRM Institute of Science &amp; Technology </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Shashank Prasad ; sp2127@srmist.edu.in</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Suriyaa S ; ss0938@srmist.edu.in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Vedika Choudhary ; vc8583@srmist.edu.in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 Prachetas Shukla ; ps7746@srmist.edu.in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https://github.com/Shashank-Prasad7/SmartFix</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223520" y="365125"/>
            <a:ext cx="11724640" cy="1325563"/>
          </a:xfrm>
        </p:spPr>
        <p:txBody>
          <a:bodyPr>
            <a:normAutofit/>
          </a:bodyPr>
          <a:lstStyle/>
          <a:p>
            <a:r>
              <a:rPr lang="en-IN" b="1" dirty="0">
                <a:solidFill>
                  <a:srgbClr val="704EA6"/>
                </a:solidFill>
                <a:latin typeface="+mn-lt"/>
                <a:cs typeface="Arial" pitchFamily="34" charset="-120"/>
              </a:rPr>
              <a:t>Theme 2 : Smart Guided Troubleshooting Engine</a:t>
            </a:r>
          </a:p>
        </p:txBody>
      </p:sp>
      <p:sp>
        <p:nvSpPr>
          <p:cNvPr id="3" name="TextBox 2"/>
          <p:cNvSpPr txBox="1"/>
          <p:nvPr/>
        </p:nvSpPr>
        <p:spPr>
          <a:xfrm>
            <a:off x="841248" y="1783080"/>
            <a:ext cx="10506456" cy="457200"/>
          </a:xfrm>
          <a:prstGeom prst="rect">
            <a:avLst/>
          </a:prstGeom>
          <a:noFill/>
        </p:spPr>
        <p:txBody>
          <a:bodyPr wrap="square" lIns="0" tIns="0" rIns="0" bIns="0" anchor="t">
            <a:spAutoFit/>
          </a:bodyPr>
          <a:lstStyle/>
          <a:p>
            <a:pPr marL="0" indent="0" algn="l">
              <a:buNone/>
            </a:pPr>
            <a:r>
              <a:rPr sz="1450" b="0" i="1">
                <a:solidFill>
                  <a:srgbClr val="787878"/>
                </a:solidFill>
                <a:latin typeface="Calibri"/>
              </a:rPr>
              <a:t>Source-grounded troubleshooting with structured guidance and Galaxy Settings deeplinks</a:t>
            </a:r>
          </a:p>
        </p:txBody>
      </p:sp>
      <p:sp>
        <p:nvSpPr>
          <p:cNvPr id="4" name="Rounded Rectangle 3"/>
          <p:cNvSpPr/>
          <p:nvPr/>
        </p:nvSpPr>
        <p:spPr>
          <a:xfrm>
            <a:off x="841248" y="2606040"/>
            <a:ext cx="3166872" cy="3063240"/>
          </a:xfrm>
          <a:prstGeom prst="roundRect">
            <a:avLst>
              <a:gd name="adj" fmla="val 7000"/>
            </a:avLst>
          </a:prstGeom>
          <a:solidFill>
            <a:srgbClr val="FFFFFF"/>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2150364" y="2834640"/>
            <a:ext cx="548640" cy="54864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50364" y="2834640"/>
            <a:ext cx="548640" cy="548640"/>
          </a:xfrm>
          <a:prstGeom prst="rect">
            <a:avLst/>
          </a:prstGeom>
          <a:noFill/>
        </p:spPr>
        <p:txBody>
          <a:bodyPr wrap="square" lIns="0" tIns="0" rIns="0" bIns="0" anchor="ctr">
            <a:spAutoFit/>
          </a:bodyPr>
          <a:lstStyle/>
          <a:p>
            <a:pPr marL="0" indent="0" algn="ctr">
              <a:buNone/>
            </a:pPr>
            <a:r>
              <a:rPr sz="1600" b="1" i="0">
                <a:solidFill>
                  <a:srgbClr val="FFFFFF"/>
                </a:solidFill>
                <a:latin typeface="Calibri"/>
              </a:rPr>
              <a:t>1</a:t>
            </a:r>
          </a:p>
        </p:txBody>
      </p:sp>
      <p:sp>
        <p:nvSpPr>
          <p:cNvPr id="7" name="TextBox 6"/>
          <p:cNvSpPr txBox="1"/>
          <p:nvPr/>
        </p:nvSpPr>
        <p:spPr>
          <a:xfrm>
            <a:off x="1069848" y="3566160"/>
            <a:ext cx="2709672" cy="457200"/>
          </a:xfrm>
          <a:prstGeom prst="rect">
            <a:avLst/>
          </a:prstGeom>
          <a:noFill/>
        </p:spPr>
        <p:txBody>
          <a:bodyPr wrap="square" lIns="0" tIns="0" rIns="0" bIns="0" anchor="t">
            <a:spAutoFit/>
          </a:bodyPr>
          <a:lstStyle/>
          <a:p>
            <a:pPr marL="0" indent="0" algn="ctr">
              <a:buNone/>
            </a:pPr>
            <a:r>
              <a:rPr sz="1650" b="1" i="0">
                <a:solidFill>
                  <a:srgbClr val="4A3370"/>
                </a:solidFill>
                <a:latin typeface="Calibri"/>
              </a:rPr>
              <a:t>Understand</a:t>
            </a:r>
          </a:p>
        </p:txBody>
      </p:sp>
      <p:sp>
        <p:nvSpPr>
          <p:cNvPr id="8" name="TextBox 7"/>
          <p:cNvSpPr txBox="1"/>
          <p:nvPr/>
        </p:nvSpPr>
        <p:spPr>
          <a:xfrm>
            <a:off x="1115568" y="4069080"/>
            <a:ext cx="2618232" cy="1508233"/>
          </a:xfrm>
          <a:prstGeom prst="rect">
            <a:avLst/>
          </a:prstGeom>
          <a:noFill/>
        </p:spPr>
        <p:txBody>
          <a:bodyPr wrap="square" lIns="0" tIns="0" rIns="0" bIns="0" anchor="t">
            <a:spAutoFit/>
          </a:bodyPr>
          <a:lstStyle/>
          <a:p>
            <a:pPr marL="0" indent="0">
              <a:lnSpc>
                <a:spcPct val="110000"/>
              </a:lnSpc>
              <a:buNone/>
            </a:pPr>
            <a:r>
              <a:rPr b="0" i="0" dirty="0">
                <a:solidFill>
                  <a:srgbClr val="454545"/>
                </a:solidFill>
                <a:latin typeface="Calibri"/>
              </a:rPr>
              <a:t>Parses the user's issue in natural language and matches it to the right Galaxy Settings context and support content.</a:t>
            </a:r>
          </a:p>
        </p:txBody>
      </p:sp>
      <p:sp>
        <p:nvSpPr>
          <p:cNvPr id="9" name="Chevron 8"/>
          <p:cNvSpPr/>
          <p:nvPr/>
        </p:nvSpPr>
        <p:spPr>
          <a:xfrm>
            <a:off x="4113276" y="3973068"/>
            <a:ext cx="292608" cy="329184"/>
          </a:xfrm>
          <a:prstGeom prst="chevron">
            <a:avLst>
              <a:gd name="adj" fmla="val 55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511040" y="2606040"/>
            <a:ext cx="3166872" cy="3063240"/>
          </a:xfrm>
          <a:prstGeom prst="roundRect">
            <a:avLst>
              <a:gd name="adj" fmla="val 7000"/>
            </a:avLst>
          </a:prstGeom>
          <a:solidFill>
            <a:srgbClr val="FFFFFF"/>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820156" y="2834640"/>
            <a:ext cx="548640" cy="54864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20156" y="2834640"/>
            <a:ext cx="548640" cy="548640"/>
          </a:xfrm>
          <a:prstGeom prst="rect">
            <a:avLst/>
          </a:prstGeom>
          <a:noFill/>
        </p:spPr>
        <p:txBody>
          <a:bodyPr wrap="square" lIns="0" tIns="0" rIns="0" bIns="0" anchor="ctr">
            <a:spAutoFit/>
          </a:bodyPr>
          <a:lstStyle/>
          <a:p>
            <a:pPr marL="0" indent="0" algn="ctr">
              <a:buNone/>
            </a:pPr>
            <a:r>
              <a:rPr sz="1600" b="1" i="0">
                <a:solidFill>
                  <a:srgbClr val="FFFFFF"/>
                </a:solidFill>
                <a:latin typeface="Calibri"/>
              </a:rPr>
              <a:t>2</a:t>
            </a:r>
          </a:p>
        </p:txBody>
      </p:sp>
      <p:sp>
        <p:nvSpPr>
          <p:cNvPr id="13" name="TextBox 12"/>
          <p:cNvSpPr txBox="1"/>
          <p:nvPr/>
        </p:nvSpPr>
        <p:spPr>
          <a:xfrm>
            <a:off x="4739640" y="3566160"/>
            <a:ext cx="2709672" cy="457200"/>
          </a:xfrm>
          <a:prstGeom prst="rect">
            <a:avLst/>
          </a:prstGeom>
          <a:noFill/>
        </p:spPr>
        <p:txBody>
          <a:bodyPr wrap="square" lIns="0" tIns="0" rIns="0" bIns="0" anchor="t">
            <a:spAutoFit/>
          </a:bodyPr>
          <a:lstStyle/>
          <a:p>
            <a:pPr marL="0" indent="0" algn="ctr">
              <a:buNone/>
            </a:pPr>
            <a:r>
              <a:rPr sz="1650" b="1" i="0">
                <a:solidFill>
                  <a:srgbClr val="4A3370"/>
                </a:solidFill>
                <a:latin typeface="Calibri"/>
              </a:rPr>
              <a:t>Guide</a:t>
            </a:r>
          </a:p>
        </p:txBody>
      </p:sp>
      <p:sp>
        <p:nvSpPr>
          <p:cNvPr id="14" name="TextBox 13"/>
          <p:cNvSpPr txBox="1"/>
          <p:nvPr/>
        </p:nvSpPr>
        <p:spPr>
          <a:xfrm>
            <a:off x="4785360" y="4069080"/>
            <a:ext cx="2618232" cy="1508233"/>
          </a:xfrm>
          <a:prstGeom prst="rect">
            <a:avLst/>
          </a:prstGeom>
          <a:noFill/>
        </p:spPr>
        <p:txBody>
          <a:bodyPr wrap="square" lIns="0" tIns="0" rIns="0" bIns="0" anchor="t">
            <a:spAutoFit/>
          </a:bodyPr>
          <a:lstStyle/>
          <a:p>
            <a:pPr marL="0" indent="0">
              <a:lnSpc>
                <a:spcPct val="110000"/>
              </a:lnSpc>
              <a:buNone/>
            </a:pPr>
            <a:r>
              <a:rPr b="0" i="0" dirty="0">
                <a:solidFill>
                  <a:srgbClr val="454545"/>
                </a:solidFill>
                <a:latin typeface="Calibri"/>
              </a:rPr>
              <a:t>Delivers clear, source-grounded, step-by-step guidance — nothing beyond what the article actually supports.</a:t>
            </a:r>
          </a:p>
        </p:txBody>
      </p:sp>
      <p:sp>
        <p:nvSpPr>
          <p:cNvPr id="15" name="Chevron 14"/>
          <p:cNvSpPr/>
          <p:nvPr/>
        </p:nvSpPr>
        <p:spPr>
          <a:xfrm>
            <a:off x="7783068" y="3973068"/>
            <a:ext cx="292608" cy="329184"/>
          </a:xfrm>
          <a:prstGeom prst="chevron">
            <a:avLst>
              <a:gd name="adj" fmla="val 55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180832" y="2606040"/>
            <a:ext cx="3166872" cy="3063240"/>
          </a:xfrm>
          <a:prstGeom prst="roundRect">
            <a:avLst>
              <a:gd name="adj" fmla="val 7000"/>
            </a:avLst>
          </a:prstGeom>
          <a:solidFill>
            <a:srgbClr val="FFFFFF"/>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489948" y="2834640"/>
            <a:ext cx="548640" cy="54864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89948" y="2834640"/>
            <a:ext cx="548640" cy="548640"/>
          </a:xfrm>
          <a:prstGeom prst="rect">
            <a:avLst/>
          </a:prstGeom>
          <a:noFill/>
        </p:spPr>
        <p:txBody>
          <a:bodyPr wrap="square" lIns="0" tIns="0" rIns="0" bIns="0" anchor="ctr">
            <a:spAutoFit/>
          </a:bodyPr>
          <a:lstStyle/>
          <a:p>
            <a:pPr marL="0" indent="0" algn="ctr">
              <a:buNone/>
            </a:pPr>
            <a:r>
              <a:rPr sz="1600" b="1" i="0">
                <a:solidFill>
                  <a:srgbClr val="FFFFFF"/>
                </a:solidFill>
                <a:latin typeface="Calibri"/>
              </a:rPr>
              <a:t>3</a:t>
            </a:r>
          </a:p>
        </p:txBody>
      </p:sp>
      <p:sp>
        <p:nvSpPr>
          <p:cNvPr id="19" name="TextBox 18"/>
          <p:cNvSpPr txBox="1"/>
          <p:nvPr/>
        </p:nvSpPr>
        <p:spPr>
          <a:xfrm>
            <a:off x="8409432" y="3566160"/>
            <a:ext cx="2709672" cy="457200"/>
          </a:xfrm>
          <a:prstGeom prst="rect">
            <a:avLst/>
          </a:prstGeom>
          <a:noFill/>
        </p:spPr>
        <p:txBody>
          <a:bodyPr wrap="square" lIns="0" tIns="0" rIns="0" bIns="0" anchor="t">
            <a:spAutoFit/>
          </a:bodyPr>
          <a:lstStyle/>
          <a:p>
            <a:pPr marL="0" indent="0" algn="ctr">
              <a:buNone/>
            </a:pPr>
            <a:r>
              <a:rPr sz="1650" b="1" i="0">
                <a:solidFill>
                  <a:srgbClr val="4A3370"/>
                </a:solidFill>
                <a:latin typeface="Calibri"/>
              </a:rPr>
              <a:t>Resolve</a:t>
            </a:r>
          </a:p>
        </p:txBody>
      </p:sp>
      <p:sp>
        <p:nvSpPr>
          <p:cNvPr id="20" name="TextBox 19"/>
          <p:cNvSpPr txBox="1"/>
          <p:nvPr/>
        </p:nvSpPr>
        <p:spPr>
          <a:xfrm>
            <a:off x="8455152" y="4069080"/>
            <a:ext cx="2618232" cy="1203535"/>
          </a:xfrm>
          <a:prstGeom prst="rect">
            <a:avLst/>
          </a:prstGeom>
          <a:noFill/>
        </p:spPr>
        <p:txBody>
          <a:bodyPr wrap="square" lIns="0" tIns="0" rIns="0" bIns="0" anchor="t">
            <a:spAutoFit/>
          </a:bodyPr>
          <a:lstStyle/>
          <a:p>
            <a:pPr marL="0" indent="0">
              <a:lnSpc>
                <a:spcPct val="110000"/>
              </a:lnSpc>
              <a:buNone/>
            </a:pPr>
            <a:r>
              <a:rPr b="0" i="0" dirty="0">
                <a:solidFill>
                  <a:srgbClr val="454545"/>
                </a:solidFill>
                <a:latin typeface="Calibri"/>
              </a:rPr>
              <a:t>A one-tap Galaxy Settings </a:t>
            </a:r>
            <a:r>
              <a:rPr b="0" i="0" dirty="0" err="1">
                <a:solidFill>
                  <a:srgbClr val="454545"/>
                </a:solidFill>
                <a:latin typeface="Calibri"/>
              </a:rPr>
              <a:t>deeplink</a:t>
            </a:r>
            <a:r>
              <a:rPr b="0" i="0" dirty="0">
                <a:solidFill>
                  <a:srgbClr val="454545"/>
                </a:solidFill>
                <a:latin typeface="Calibri"/>
              </a:rPr>
              <a:t> takes the user straight to the fix, closing the loop.</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TextBox 2"/>
          <p:cNvSpPr txBox="1"/>
          <p:nvPr/>
        </p:nvSpPr>
        <p:spPr>
          <a:xfrm>
            <a:off x="841248" y="1783080"/>
            <a:ext cx="10506456" cy="457200"/>
          </a:xfrm>
          <a:prstGeom prst="rect">
            <a:avLst/>
          </a:prstGeom>
          <a:noFill/>
        </p:spPr>
        <p:txBody>
          <a:bodyPr wrap="square" lIns="0" tIns="0" rIns="0" bIns="0" anchor="t">
            <a:spAutoFit/>
          </a:bodyPr>
          <a:lstStyle/>
          <a:p>
            <a:pPr marL="0" indent="0" algn="l">
              <a:buNone/>
            </a:pPr>
            <a:r>
              <a:rPr sz="1450" b="0" i="1">
                <a:solidFill>
                  <a:srgbClr val="787878"/>
                </a:solidFill>
                <a:latin typeface="Calibri"/>
              </a:rPr>
              <a:t>Today's tools help people find information — they don't close the loop between advice and action.</a:t>
            </a:r>
          </a:p>
        </p:txBody>
      </p:sp>
      <p:sp>
        <p:nvSpPr>
          <p:cNvPr id="4" name="Rounded Rectangle 3"/>
          <p:cNvSpPr/>
          <p:nvPr/>
        </p:nvSpPr>
        <p:spPr>
          <a:xfrm>
            <a:off x="841248" y="2331720"/>
            <a:ext cx="5024628" cy="3977639"/>
          </a:xfrm>
          <a:prstGeom prst="roundRect">
            <a:avLst>
              <a:gd name="adj" fmla="val 5000"/>
            </a:avLst>
          </a:prstGeom>
          <a:solidFill>
            <a:srgbClr val="F3EFFB"/>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61288" y="2606039"/>
            <a:ext cx="4384548" cy="457200"/>
          </a:xfrm>
          <a:prstGeom prst="rect">
            <a:avLst/>
          </a:prstGeom>
          <a:noFill/>
        </p:spPr>
        <p:txBody>
          <a:bodyPr wrap="square" lIns="0" tIns="0" rIns="0" bIns="0" anchor="t">
            <a:spAutoFit/>
          </a:bodyPr>
          <a:lstStyle/>
          <a:p>
            <a:pPr marL="0" indent="0" algn="l">
              <a:buNone/>
            </a:pPr>
            <a:r>
              <a:rPr sz="1600" b="1" i="0">
                <a:solidFill>
                  <a:srgbClr val="704EA6"/>
                </a:solidFill>
                <a:latin typeface="Calibri"/>
              </a:rPr>
              <a:t>TODAY</a:t>
            </a:r>
          </a:p>
        </p:txBody>
      </p:sp>
      <p:sp>
        <p:nvSpPr>
          <p:cNvPr id="6" name="TextBox 5"/>
          <p:cNvSpPr txBox="1"/>
          <p:nvPr/>
        </p:nvSpPr>
        <p:spPr>
          <a:xfrm>
            <a:off x="1161288" y="3200400"/>
            <a:ext cx="4384548" cy="2373470"/>
          </a:xfrm>
          <a:prstGeom prst="rect">
            <a:avLst/>
          </a:prstGeom>
          <a:noFill/>
        </p:spPr>
        <p:txBody>
          <a:bodyPr wrap="square" lIns="0" tIns="0" rIns="0" bIns="0" anchor="t">
            <a:spAutoFit/>
          </a:bodyPr>
          <a:lstStyle/>
          <a:p>
            <a:pPr marL="182880" indent="-182880" algn="just">
              <a:lnSpc>
                <a:spcPct val="110000"/>
              </a:lnSpc>
              <a:spcAft>
                <a:spcPts val="1400"/>
              </a:spcAft>
              <a:buClr>
                <a:srgbClr val="704EA6"/>
              </a:buClr>
              <a:buFont typeface="Arial"/>
              <a:buChar char="–"/>
            </a:pPr>
            <a:r>
              <a:rPr sz="2000" b="0" i="0" dirty="0">
                <a:solidFill>
                  <a:srgbClr val="454545"/>
                </a:solidFill>
                <a:latin typeface="Calibri"/>
              </a:rPr>
              <a:t>Support pages and search tools provide useful information on most issues.</a:t>
            </a:r>
          </a:p>
          <a:p>
            <a:pPr marL="182880" indent="-182880" algn="just">
              <a:lnSpc>
                <a:spcPct val="110000"/>
              </a:lnSpc>
              <a:spcAft>
                <a:spcPts val="1400"/>
              </a:spcAft>
              <a:buClr>
                <a:srgbClr val="704EA6"/>
              </a:buClr>
              <a:buFont typeface="Arial"/>
              <a:buChar char="–"/>
            </a:pPr>
            <a:r>
              <a:rPr sz="2000" b="0" i="0" dirty="0">
                <a:solidFill>
                  <a:srgbClr val="454545"/>
                </a:solidFill>
                <a:latin typeface="Calibri"/>
              </a:rPr>
              <a:t>Generic chatbots can answer questions, but not always to a specific article.</a:t>
            </a:r>
          </a:p>
          <a:p>
            <a:pPr marL="182880" indent="-182880" algn="just">
              <a:lnSpc>
                <a:spcPct val="110000"/>
              </a:lnSpc>
              <a:spcAft>
                <a:spcPts val="1400"/>
              </a:spcAft>
              <a:buClr>
                <a:srgbClr val="704EA6"/>
              </a:buClr>
              <a:buFont typeface="Arial"/>
              <a:buChar char="–"/>
            </a:pPr>
            <a:r>
              <a:rPr sz="2000" b="0" i="0" dirty="0">
                <a:solidFill>
                  <a:srgbClr val="454545"/>
                </a:solidFill>
                <a:latin typeface="Calibri"/>
              </a:rPr>
              <a:t>Users still have to self-navigate Settings menus to apply any fix.</a:t>
            </a:r>
          </a:p>
        </p:txBody>
      </p:sp>
      <p:sp>
        <p:nvSpPr>
          <p:cNvPr id="7" name="Rounded Rectangle 6"/>
          <p:cNvSpPr/>
          <p:nvPr/>
        </p:nvSpPr>
        <p:spPr>
          <a:xfrm>
            <a:off x="6323076" y="2331720"/>
            <a:ext cx="5024628" cy="3977639"/>
          </a:xfrm>
          <a:prstGeom prst="roundRect">
            <a:avLst>
              <a:gd name="adj" fmla="val 5000"/>
            </a:avLst>
          </a:prstGeom>
          <a:solidFill>
            <a:srgbClr val="FBEEEC"/>
          </a:solidFill>
          <a:ln w="15875">
            <a:solidFill>
              <a:srgbClr val="EED3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43116" y="2606039"/>
            <a:ext cx="4384548" cy="457200"/>
          </a:xfrm>
          <a:prstGeom prst="rect">
            <a:avLst/>
          </a:prstGeom>
          <a:noFill/>
        </p:spPr>
        <p:txBody>
          <a:bodyPr wrap="square" lIns="0" tIns="0" rIns="0" bIns="0" anchor="t">
            <a:spAutoFit/>
          </a:bodyPr>
          <a:lstStyle/>
          <a:p>
            <a:pPr marL="0" indent="0" algn="l">
              <a:buNone/>
            </a:pPr>
            <a:r>
              <a:rPr sz="1600" b="1" i="0">
                <a:solidFill>
                  <a:srgbClr val="B85042"/>
                </a:solidFill>
                <a:latin typeface="Calibri"/>
              </a:rPr>
              <a:t>THE GAP</a:t>
            </a:r>
          </a:p>
        </p:txBody>
      </p:sp>
      <p:sp>
        <p:nvSpPr>
          <p:cNvPr id="9" name="TextBox 8"/>
          <p:cNvSpPr txBox="1"/>
          <p:nvPr/>
        </p:nvSpPr>
        <p:spPr>
          <a:xfrm>
            <a:off x="6643116" y="3200400"/>
            <a:ext cx="4384548" cy="2712024"/>
          </a:xfrm>
          <a:prstGeom prst="rect">
            <a:avLst/>
          </a:prstGeom>
          <a:noFill/>
        </p:spPr>
        <p:txBody>
          <a:bodyPr wrap="square" lIns="0" tIns="0" rIns="0" bIns="0" anchor="t">
            <a:spAutoFit/>
          </a:bodyPr>
          <a:lstStyle/>
          <a:p>
            <a:pPr marL="182880" indent="-182880" algn="just">
              <a:lnSpc>
                <a:spcPct val="110000"/>
              </a:lnSpc>
              <a:spcAft>
                <a:spcPts val="1400"/>
              </a:spcAft>
              <a:buClr>
                <a:srgbClr val="B85042"/>
              </a:buClr>
              <a:buFont typeface="Arial"/>
              <a:buChar char="–"/>
            </a:pPr>
            <a:r>
              <a:rPr sz="2000" b="0" i="0" dirty="0">
                <a:solidFill>
                  <a:srgbClr val="454545"/>
                </a:solidFill>
                <a:latin typeface="Calibri"/>
              </a:rPr>
              <a:t>Users must sift through long articles themselves to find the relevant steps.</a:t>
            </a:r>
          </a:p>
          <a:p>
            <a:pPr marL="182880" indent="-182880" algn="just">
              <a:lnSpc>
                <a:spcPct val="110000"/>
              </a:lnSpc>
              <a:spcAft>
                <a:spcPts val="1400"/>
              </a:spcAft>
              <a:buClr>
                <a:srgbClr val="B85042"/>
              </a:buClr>
              <a:buFont typeface="Arial"/>
              <a:buChar char="–"/>
            </a:pPr>
            <a:r>
              <a:rPr sz="2000" b="0" i="0" dirty="0">
                <a:solidFill>
                  <a:srgbClr val="454545"/>
                </a:solidFill>
                <a:latin typeface="Calibri"/>
              </a:rPr>
              <a:t>Chatbot answers can lose source conditions or suggest actions the article doesn't support.</a:t>
            </a:r>
          </a:p>
          <a:p>
            <a:pPr marL="182880" indent="-182880" algn="just">
              <a:lnSpc>
                <a:spcPct val="110000"/>
              </a:lnSpc>
              <a:spcAft>
                <a:spcPts val="1400"/>
              </a:spcAft>
              <a:buClr>
                <a:srgbClr val="B85042"/>
              </a:buClr>
              <a:buFont typeface="Arial"/>
              <a:buChar char="–"/>
            </a:pPr>
            <a:r>
              <a:rPr sz="2000" b="0" i="0" dirty="0">
                <a:solidFill>
                  <a:srgbClr val="454545"/>
                </a:solidFill>
                <a:latin typeface="Calibri"/>
              </a:rPr>
              <a:t>No direct bridge from advice to the actual Settings screen that fixes it.</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1143000" y="-164216"/>
            <a:ext cx="10515600" cy="1325563"/>
          </a:xfrm>
        </p:spPr>
        <p:txBody>
          <a:bodyPr/>
          <a:lstStyle/>
          <a:p>
            <a:r>
              <a:rPr lang="en-IN" b="1" dirty="0">
                <a:solidFill>
                  <a:srgbClr val="704EA6"/>
                </a:solidFill>
                <a:latin typeface="+mn-lt"/>
              </a:rPr>
              <a:t>Our Solutions &amp; Architecture Diagram</a:t>
            </a:r>
          </a:p>
        </p:txBody>
      </p:sp>
      <p:pic>
        <p:nvPicPr>
          <p:cNvPr id="41" name="Picture 40">
            <a:extLst>
              <a:ext uri="{FF2B5EF4-FFF2-40B4-BE49-F238E27FC236}">
                <a16:creationId xmlns:a16="http://schemas.microsoft.com/office/drawing/2014/main" id="{C2DA0247-66FC-09B7-B080-8A25C04034A1}"/>
              </a:ext>
            </a:extLst>
          </p:cNvPr>
          <p:cNvPicPr>
            <a:picLocks noChangeAspect="1"/>
          </p:cNvPicPr>
          <p:nvPr/>
        </p:nvPicPr>
        <p:blipFill>
          <a:blip r:embed="rId3"/>
          <a:stretch>
            <a:fillRect/>
          </a:stretch>
        </p:blipFill>
        <p:spPr>
          <a:xfrm>
            <a:off x="1143000" y="744786"/>
            <a:ext cx="9906000" cy="6113213"/>
          </a:xfrm>
          <a:prstGeom prst="rect">
            <a:avLst/>
          </a:prstGeom>
        </p:spPr>
      </p:pic>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Rounded Rectangle 2"/>
          <p:cNvSpPr/>
          <p:nvPr/>
        </p:nvSpPr>
        <p:spPr>
          <a:xfrm>
            <a:off x="838200" y="2397760"/>
            <a:ext cx="2318004" cy="2423160"/>
          </a:xfrm>
          <a:prstGeom prst="roundRect">
            <a:avLst>
              <a:gd name="adj" fmla="val 8000"/>
            </a:avLst>
          </a:prstGeom>
          <a:solidFill>
            <a:srgbClr val="FFFFFF"/>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745742" y="2649220"/>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745742" y="2649220"/>
            <a:ext cx="502920" cy="502920"/>
          </a:xfrm>
          <a:prstGeom prst="rect">
            <a:avLst/>
          </a:prstGeom>
          <a:noFill/>
        </p:spPr>
        <p:txBody>
          <a:bodyPr wrap="square" lIns="0" tIns="0" rIns="0" bIns="0" anchor="ctr">
            <a:spAutoFit/>
          </a:bodyPr>
          <a:lstStyle/>
          <a:p>
            <a:pPr marL="0" indent="0" algn="ctr">
              <a:buNone/>
            </a:pPr>
            <a:r>
              <a:rPr sz="1500" b="1" i="0">
                <a:solidFill>
                  <a:srgbClr val="FFFFFF"/>
                </a:solidFill>
                <a:latin typeface="Calibri"/>
              </a:rPr>
              <a:t>1</a:t>
            </a:r>
          </a:p>
        </p:txBody>
      </p:sp>
      <p:sp>
        <p:nvSpPr>
          <p:cNvPr id="6" name="TextBox 5"/>
          <p:cNvSpPr txBox="1"/>
          <p:nvPr/>
        </p:nvSpPr>
        <p:spPr>
          <a:xfrm>
            <a:off x="1021080" y="3357880"/>
            <a:ext cx="1952244" cy="685800"/>
          </a:xfrm>
          <a:prstGeom prst="rect">
            <a:avLst/>
          </a:prstGeom>
          <a:noFill/>
        </p:spPr>
        <p:txBody>
          <a:bodyPr wrap="square" lIns="0" tIns="0" rIns="0" bIns="0" anchor="t">
            <a:spAutoFit/>
          </a:bodyPr>
          <a:lstStyle/>
          <a:p>
            <a:pPr marL="0" indent="0" algn="ctr">
              <a:lnSpc>
                <a:spcPct val="100000"/>
              </a:lnSpc>
              <a:buNone/>
            </a:pPr>
            <a:r>
              <a:rPr sz="1350" b="1" i="0">
                <a:solidFill>
                  <a:srgbClr val="4A3370"/>
                </a:solidFill>
                <a:latin typeface="Calibri"/>
              </a:rPr>
              <a:t>Describe the Issue</a:t>
            </a:r>
          </a:p>
        </p:txBody>
      </p:sp>
      <p:sp>
        <p:nvSpPr>
          <p:cNvPr id="7" name="TextBox 6"/>
          <p:cNvSpPr txBox="1"/>
          <p:nvPr/>
        </p:nvSpPr>
        <p:spPr>
          <a:xfrm>
            <a:off x="1066800" y="3690620"/>
            <a:ext cx="1860804" cy="1069780"/>
          </a:xfrm>
          <a:prstGeom prst="rect">
            <a:avLst/>
          </a:prstGeom>
          <a:noFill/>
        </p:spPr>
        <p:txBody>
          <a:bodyPr wrap="square" lIns="0" tIns="0" rIns="0" bIns="0" anchor="t">
            <a:spAutoFit/>
          </a:bodyPr>
          <a:lstStyle/>
          <a:p>
            <a:pPr marL="0" indent="0">
              <a:lnSpc>
                <a:spcPct val="110000"/>
              </a:lnSpc>
              <a:buNone/>
            </a:pPr>
            <a:r>
              <a:rPr sz="1600" b="0" i="0" dirty="0">
                <a:solidFill>
                  <a:srgbClr val="454545"/>
                </a:solidFill>
                <a:latin typeface="Calibri"/>
              </a:rPr>
              <a:t>User explains the Galaxy problem in natural language inside the chat.</a:t>
            </a:r>
          </a:p>
        </p:txBody>
      </p:sp>
      <p:sp>
        <p:nvSpPr>
          <p:cNvPr id="8" name="Chevron 7"/>
          <p:cNvSpPr/>
          <p:nvPr/>
        </p:nvSpPr>
        <p:spPr>
          <a:xfrm>
            <a:off x="3243072" y="3472179"/>
            <a:ext cx="237744" cy="274320"/>
          </a:xfrm>
          <a:prstGeom prst="chevron">
            <a:avLst>
              <a:gd name="adj" fmla="val 55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567684" y="2397760"/>
            <a:ext cx="2318004" cy="2423160"/>
          </a:xfrm>
          <a:prstGeom prst="roundRect">
            <a:avLst>
              <a:gd name="adj" fmla="val 8000"/>
            </a:avLst>
          </a:prstGeom>
          <a:solidFill>
            <a:srgbClr val="FFFFFF"/>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475226" y="2649220"/>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75226" y="2649220"/>
            <a:ext cx="502920" cy="502920"/>
          </a:xfrm>
          <a:prstGeom prst="rect">
            <a:avLst/>
          </a:prstGeom>
          <a:noFill/>
        </p:spPr>
        <p:txBody>
          <a:bodyPr wrap="square" lIns="0" tIns="0" rIns="0" bIns="0" anchor="ctr">
            <a:spAutoFit/>
          </a:bodyPr>
          <a:lstStyle/>
          <a:p>
            <a:pPr marL="0" indent="0" algn="ctr">
              <a:buNone/>
            </a:pPr>
            <a:r>
              <a:rPr sz="1500" b="1" i="0">
                <a:solidFill>
                  <a:srgbClr val="FFFFFF"/>
                </a:solidFill>
                <a:latin typeface="Calibri"/>
              </a:rPr>
              <a:t>2</a:t>
            </a:r>
          </a:p>
        </p:txBody>
      </p:sp>
      <p:sp>
        <p:nvSpPr>
          <p:cNvPr id="12" name="TextBox 11"/>
          <p:cNvSpPr txBox="1"/>
          <p:nvPr/>
        </p:nvSpPr>
        <p:spPr>
          <a:xfrm>
            <a:off x="3750564" y="3357880"/>
            <a:ext cx="1952244" cy="685800"/>
          </a:xfrm>
          <a:prstGeom prst="rect">
            <a:avLst/>
          </a:prstGeom>
          <a:noFill/>
        </p:spPr>
        <p:txBody>
          <a:bodyPr wrap="square" lIns="0" tIns="0" rIns="0" bIns="0" anchor="t">
            <a:spAutoFit/>
          </a:bodyPr>
          <a:lstStyle/>
          <a:p>
            <a:pPr marL="0" indent="0" algn="ctr">
              <a:lnSpc>
                <a:spcPct val="100000"/>
              </a:lnSpc>
              <a:buNone/>
            </a:pPr>
            <a:r>
              <a:rPr sz="1350" b="1" i="0">
                <a:solidFill>
                  <a:srgbClr val="4A3370"/>
                </a:solidFill>
                <a:latin typeface="Calibri"/>
              </a:rPr>
              <a:t>Grounded Retrieval</a:t>
            </a:r>
          </a:p>
        </p:txBody>
      </p:sp>
      <p:sp>
        <p:nvSpPr>
          <p:cNvPr id="13" name="TextBox 12"/>
          <p:cNvSpPr txBox="1"/>
          <p:nvPr/>
        </p:nvSpPr>
        <p:spPr>
          <a:xfrm>
            <a:off x="3750564" y="3714530"/>
            <a:ext cx="1860804" cy="1069780"/>
          </a:xfrm>
          <a:prstGeom prst="rect">
            <a:avLst/>
          </a:prstGeom>
          <a:noFill/>
        </p:spPr>
        <p:txBody>
          <a:bodyPr wrap="square" lIns="0" tIns="0" rIns="0" bIns="0" anchor="t">
            <a:spAutoFit/>
          </a:bodyPr>
          <a:lstStyle/>
          <a:p>
            <a:pPr marL="0" indent="0">
              <a:lnSpc>
                <a:spcPct val="110000"/>
              </a:lnSpc>
              <a:buNone/>
            </a:pPr>
            <a:r>
              <a:rPr sz="1600" b="0" i="0" dirty="0">
                <a:solidFill>
                  <a:srgbClr val="454545"/>
                </a:solidFill>
                <a:latin typeface="Calibri"/>
              </a:rPr>
              <a:t>Engine pulls the matching support article and current Settings state.</a:t>
            </a:r>
          </a:p>
        </p:txBody>
      </p:sp>
      <p:sp>
        <p:nvSpPr>
          <p:cNvPr id="14" name="Chevron 13"/>
          <p:cNvSpPr/>
          <p:nvPr/>
        </p:nvSpPr>
        <p:spPr>
          <a:xfrm>
            <a:off x="5972556" y="3472179"/>
            <a:ext cx="237744" cy="274320"/>
          </a:xfrm>
          <a:prstGeom prst="chevron">
            <a:avLst>
              <a:gd name="adj" fmla="val 55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97168" y="2397760"/>
            <a:ext cx="2318004" cy="2423160"/>
          </a:xfrm>
          <a:prstGeom prst="roundRect">
            <a:avLst>
              <a:gd name="adj" fmla="val 8000"/>
            </a:avLst>
          </a:prstGeom>
          <a:solidFill>
            <a:srgbClr val="FFFFFF"/>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04710" y="2649220"/>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04710" y="2649220"/>
            <a:ext cx="502920" cy="502920"/>
          </a:xfrm>
          <a:prstGeom prst="rect">
            <a:avLst/>
          </a:prstGeom>
          <a:noFill/>
        </p:spPr>
        <p:txBody>
          <a:bodyPr wrap="square" lIns="0" tIns="0" rIns="0" bIns="0" anchor="ctr">
            <a:spAutoFit/>
          </a:bodyPr>
          <a:lstStyle/>
          <a:p>
            <a:pPr marL="0" indent="0" algn="ctr">
              <a:buNone/>
            </a:pPr>
            <a:r>
              <a:rPr sz="1500" b="1" i="0">
                <a:solidFill>
                  <a:srgbClr val="FFFFFF"/>
                </a:solidFill>
                <a:latin typeface="Calibri"/>
              </a:rPr>
              <a:t>3</a:t>
            </a:r>
          </a:p>
        </p:txBody>
      </p:sp>
      <p:sp>
        <p:nvSpPr>
          <p:cNvPr id="18" name="TextBox 17"/>
          <p:cNvSpPr txBox="1"/>
          <p:nvPr/>
        </p:nvSpPr>
        <p:spPr>
          <a:xfrm>
            <a:off x="6480048" y="3357880"/>
            <a:ext cx="1952244" cy="685800"/>
          </a:xfrm>
          <a:prstGeom prst="rect">
            <a:avLst/>
          </a:prstGeom>
          <a:noFill/>
        </p:spPr>
        <p:txBody>
          <a:bodyPr wrap="square" lIns="0" tIns="0" rIns="0" bIns="0" anchor="t">
            <a:spAutoFit/>
          </a:bodyPr>
          <a:lstStyle/>
          <a:p>
            <a:pPr marL="0" indent="0" algn="ctr">
              <a:lnSpc>
                <a:spcPct val="100000"/>
              </a:lnSpc>
              <a:buNone/>
            </a:pPr>
            <a:r>
              <a:rPr sz="1350" b="1" i="0" dirty="0">
                <a:solidFill>
                  <a:srgbClr val="4A3370"/>
                </a:solidFill>
                <a:latin typeface="Calibri"/>
              </a:rPr>
              <a:t>Guided Walkthrough</a:t>
            </a:r>
          </a:p>
        </p:txBody>
      </p:sp>
      <p:sp>
        <p:nvSpPr>
          <p:cNvPr id="19" name="TextBox 18"/>
          <p:cNvSpPr txBox="1"/>
          <p:nvPr/>
        </p:nvSpPr>
        <p:spPr>
          <a:xfrm>
            <a:off x="6480048" y="3714530"/>
            <a:ext cx="1860804" cy="798937"/>
          </a:xfrm>
          <a:prstGeom prst="rect">
            <a:avLst/>
          </a:prstGeom>
          <a:noFill/>
        </p:spPr>
        <p:txBody>
          <a:bodyPr wrap="square" lIns="0" tIns="0" rIns="0" bIns="0" anchor="t">
            <a:spAutoFit/>
          </a:bodyPr>
          <a:lstStyle/>
          <a:p>
            <a:pPr marL="0" indent="0">
              <a:lnSpc>
                <a:spcPct val="110000"/>
              </a:lnSpc>
              <a:buNone/>
            </a:pPr>
            <a:r>
              <a:rPr sz="1600" b="0" i="0" dirty="0">
                <a:solidFill>
                  <a:srgbClr val="454545"/>
                </a:solidFill>
                <a:latin typeface="Calibri"/>
              </a:rPr>
              <a:t>Step-by-step fix is shown, one clear action at a time.</a:t>
            </a:r>
          </a:p>
        </p:txBody>
      </p:sp>
      <p:sp>
        <p:nvSpPr>
          <p:cNvPr id="20" name="Chevron 19"/>
          <p:cNvSpPr/>
          <p:nvPr/>
        </p:nvSpPr>
        <p:spPr>
          <a:xfrm>
            <a:off x="8702040" y="3472179"/>
            <a:ext cx="237744" cy="274320"/>
          </a:xfrm>
          <a:prstGeom prst="chevron">
            <a:avLst>
              <a:gd name="adj" fmla="val 55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026652" y="2397760"/>
            <a:ext cx="2318004" cy="2423160"/>
          </a:xfrm>
          <a:prstGeom prst="roundRect">
            <a:avLst>
              <a:gd name="adj" fmla="val 8000"/>
            </a:avLst>
          </a:prstGeom>
          <a:solidFill>
            <a:srgbClr val="FFFFFF"/>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934194" y="2649220"/>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34194" y="2649220"/>
            <a:ext cx="502920" cy="502920"/>
          </a:xfrm>
          <a:prstGeom prst="rect">
            <a:avLst/>
          </a:prstGeom>
          <a:noFill/>
        </p:spPr>
        <p:txBody>
          <a:bodyPr wrap="square" lIns="0" tIns="0" rIns="0" bIns="0" anchor="ctr">
            <a:spAutoFit/>
          </a:bodyPr>
          <a:lstStyle/>
          <a:p>
            <a:pPr marL="0" indent="0" algn="ctr">
              <a:buNone/>
            </a:pPr>
            <a:r>
              <a:rPr sz="1500" b="1" i="0">
                <a:solidFill>
                  <a:srgbClr val="FFFFFF"/>
                </a:solidFill>
                <a:latin typeface="Calibri"/>
              </a:rPr>
              <a:t>4</a:t>
            </a:r>
          </a:p>
        </p:txBody>
      </p:sp>
      <p:sp>
        <p:nvSpPr>
          <p:cNvPr id="24" name="TextBox 23"/>
          <p:cNvSpPr txBox="1"/>
          <p:nvPr/>
        </p:nvSpPr>
        <p:spPr>
          <a:xfrm>
            <a:off x="9209532" y="3357880"/>
            <a:ext cx="1952244" cy="685800"/>
          </a:xfrm>
          <a:prstGeom prst="rect">
            <a:avLst/>
          </a:prstGeom>
          <a:noFill/>
        </p:spPr>
        <p:txBody>
          <a:bodyPr wrap="square" lIns="0" tIns="0" rIns="0" bIns="0" anchor="t">
            <a:spAutoFit/>
          </a:bodyPr>
          <a:lstStyle/>
          <a:p>
            <a:pPr marL="0" indent="0" algn="ctr">
              <a:lnSpc>
                <a:spcPct val="100000"/>
              </a:lnSpc>
              <a:buNone/>
            </a:pPr>
            <a:r>
              <a:rPr sz="1350" b="1" i="0">
                <a:solidFill>
                  <a:srgbClr val="4A3370"/>
                </a:solidFill>
                <a:latin typeface="Calibri"/>
              </a:rPr>
              <a:t>Deeplink Resolution</a:t>
            </a:r>
          </a:p>
        </p:txBody>
      </p:sp>
      <p:sp>
        <p:nvSpPr>
          <p:cNvPr id="25" name="TextBox 24"/>
          <p:cNvSpPr txBox="1"/>
          <p:nvPr/>
        </p:nvSpPr>
        <p:spPr>
          <a:xfrm>
            <a:off x="9255252" y="3714529"/>
            <a:ext cx="1860804" cy="798937"/>
          </a:xfrm>
          <a:prstGeom prst="rect">
            <a:avLst/>
          </a:prstGeom>
          <a:noFill/>
        </p:spPr>
        <p:txBody>
          <a:bodyPr wrap="square" lIns="0" tIns="0" rIns="0" bIns="0" anchor="t">
            <a:spAutoFit/>
          </a:bodyPr>
          <a:lstStyle/>
          <a:p>
            <a:pPr marL="0" indent="0">
              <a:lnSpc>
                <a:spcPct val="110000"/>
              </a:lnSpc>
              <a:buNone/>
            </a:pPr>
            <a:r>
              <a:rPr sz="1600" b="0" i="0" dirty="0">
                <a:solidFill>
                  <a:srgbClr val="454545"/>
                </a:solidFill>
                <a:latin typeface="Calibri"/>
              </a:rPr>
              <a:t>Tapping “Fix it” jumps straight to the right Settings screen.</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pic>
        <p:nvPicPr>
          <p:cNvPr id="28" name="Picture 27">
            <a:extLst>
              <a:ext uri="{FF2B5EF4-FFF2-40B4-BE49-F238E27FC236}">
                <a16:creationId xmlns:a16="http://schemas.microsoft.com/office/drawing/2014/main" id="{646004B5-62EE-D6CD-1943-5E60F293B7AB}"/>
              </a:ext>
            </a:extLst>
          </p:cNvPr>
          <p:cNvPicPr>
            <a:picLocks noChangeAspect="1"/>
          </p:cNvPicPr>
          <p:nvPr/>
        </p:nvPicPr>
        <p:blipFill>
          <a:blip r:embed="rId2"/>
          <a:stretch>
            <a:fillRect/>
          </a:stretch>
        </p:blipFill>
        <p:spPr>
          <a:xfrm>
            <a:off x="0" y="1392318"/>
            <a:ext cx="12192000" cy="4073364"/>
          </a:xfrm>
          <a:prstGeom prst="rect">
            <a:avLst/>
          </a:prstGeom>
        </p:spPr>
      </p:pic>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Rounded Rectangle 2"/>
          <p:cNvSpPr/>
          <p:nvPr/>
        </p:nvSpPr>
        <p:spPr>
          <a:xfrm>
            <a:off x="841248" y="2103120"/>
            <a:ext cx="5093208" cy="1920240"/>
          </a:xfrm>
          <a:prstGeom prst="roundRect">
            <a:avLst>
              <a:gd name="adj" fmla="val 8000"/>
            </a:avLst>
          </a:prstGeom>
          <a:solidFill>
            <a:srgbClr val="FFFFFF"/>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15568" y="2811779"/>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 y="2811779"/>
            <a:ext cx="502920" cy="502920"/>
          </a:xfrm>
          <a:prstGeom prst="rect">
            <a:avLst/>
          </a:prstGeom>
          <a:noFill/>
        </p:spPr>
        <p:txBody>
          <a:bodyPr wrap="square" lIns="0" tIns="0" rIns="0" bIns="0" anchor="ctr">
            <a:spAutoFit/>
          </a:bodyPr>
          <a:lstStyle/>
          <a:p>
            <a:pPr marL="0" indent="0" algn="ctr">
              <a:buNone/>
            </a:pPr>
            <a:r>
              <a:rPr sz="1600" b="1" i="0">
                <a:solidFill>
                  <a:srgbClr val="FFFFFF"/>
                </a:solidFill>
                <a:latin typeface="Calibri"/>
              </a:rPr>
              <a:t>✓</a:t>
            </a:r>
          </a:p>
        </p:txBody>
      </p:sp>
      <p:sp>
        <p:nvSpPr>
          <p:cNvPr id="6" name="TextBox 5"/>
          <p:cNvSpPr txBox="1"/>
          <p:nvPr/>
        </p:nvSpPr>
        <p:spPr>
          <a:xfrm>
            <a:off x="1892807" y="2253691"/>
            <a:ext cx="3767328" cy="1619098"/>
          </a:xfrm>
          <a:prstGeom prst="rect">
            <a:avLst/>
          </a:prstGeom>
          <a:noFill/>
        </p:spPr>
        <p:txBody>
          <a:bodyPr wrap="square" lIns="0" tIns="0" rIns="0" bIns="0" anchor="ctr">
            <a:spAutoFit/>
          </a:bodyPr>
          <a:lstStyle/>
          <a:p>
            <a:pPr marL="0" indent="0" algn="l">
              <a:spcAft>
                <a:spcPts val="400"/>
              </a:spcAft>
              <a:buNone/>
            </a:pPr>
            <a:r>
              <a:rPr sz="2400" b="1" i="0" dirty="0">
                <a:solidFill>
                  <a:srgbClr val="4A3370"/>
                </a:solidFill>
                <a:latin typeface="Calibri"/>
              </a:rPr>
              <a:t>Faster Resolution</a:t>
            </a:r>
          </a:p>
          <a:p>
            <a:pPr marL="0" indent="0" algn="l">
              <a:lnSpc>
                <a:spcPct val="110000"/>
              </a:lnSpc>
              <a:buNone/>
            </a:pPr>
            <a:r>
              <a:rPr sz="2400" b="0" i="0" dirty="0">
                <a:solidFill>
                  <a:srgbClr val="454545"/>
                </a:solidFill>
                <a:latin typeface="Calibri"/>
              </a:rPr>
              <a:t>Cuts fix time from long searches to a guided walkthrough in minutes.</a:t>
            </a:r>
          </a:p>
        </p:txBody>
      </p:sp>
      <p:sp>
        <p:nvSpPr>
          <p:cNvPr id="7" name="Rounded Rectangle 6"/>
          <p:cNvSpPr/>
          <p:nvPr/>
        </p:nvSpPr>
        <p:spPr>
          <a:xfrm>
            <a:off x="6254496" y="2103120"/>
            <a:ext cx="5093208" cy="1920240"/>
          </a:xfrm>
          <a:prstGeom prst="roundRect">
            <a:avLst>
              <a:gd name="adj" fmla="val 8000"/>
            </a:avLst>
          </a:prstGeom>
          <a:solidFill>
            <a:srgbClr val="FFFFFF"/>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528816" y="2811779"/>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28816" y="2811779"/>
            <a:ext cx="502920" cy="502920"/>
          </a:xfrm>
          <a:prstGeom prst="rect">
            <a:avLst/>
          </a:prstGeom>
          <a:noFill/>
        </p:spPr>
        <p:txBody>
          <a:bodyPr wrap="square" lIns="0" tIns="0" rIns="0" bIns="0" anchor="ctr">
            <a:spAutoFit/>
          </a:bodyPr>
          <a:lstStyle/>
          <a:p>
            <a:pPr marL="0" indent="0" algn="ctr">
              <a:buNone/>
            </a:pPr>
            <a:r>
              <a:rPr sz="1600" b="1" i="0">
                <a:solidFill>
                  <a:srgbClr val="FFFFFF"/>
                </a:solidFill>
                <a:latin typeface="Calibri"/>
              </a:rPr>
              <a:t>✓</a:t>
            </a:r>
          </a:p>
        </p:txBody>
      </p:sp>
      <p:sp>
        <p:nvSpPr>
          <p:cNvPr id="10" name="TextBox 9"/>
          <p:cNvSpPr txBox="1"/>
          <p:nvPr/>
        </p:nvSpPr>
        <p:spPr>
          <a:xfrm>
            <a:off x="7306055" y="2456823"/>
            <a:ext cx="3767328" cy="1212833"/>
          </a:xfrm>
          <a:prstGeom prst="rect">
            <a:avLst/>
          </a:prstGeom>
          <a:noFill/>
        </p:spPr>
        <p:txBody>
          <a:bodyPr wrap="square" lIns="0" tIns="0" rIns="0" bIns="0" anchor="ctr">
            <a:spAutoFit/>
          </a:bodyPr>
          <a:lstStyle/>
          <a:p>
            <a:pPr marL="0" indent="0" algn="l">
              <a:spcAft>
                <a:spcPts val="400"/>
              </a:spcAft>
              <a:buNone/>
            </a:pPr>
            <a:r>
              <a:rPr sz="2400" b="1" i="0">
                <a:solidFill>
                  <a:srgbClr val="4A3370"/>
                </a:solidFill>
                <a:latin typeface="Calibri"/>
              </a:rPr>
              <a:t>Reduced Support Load</a:t>
            </a:r>
          </a:p>
          <a:p>
            <a:pPr marL="0" indent="0" algn="l">
              <a:lnSpc>
                <a:spcPct val="110000"/>
              </a:lnSpc>
              <a:buNone/>
            </a:pPr>
            <a:r>
              <a:rPr sz="2400" b="0" i="0">
                <a:solidFill>
                  <a:srgbClr val="454545"/>
                </a:solidFill>
                <a:latin typeface="Calibri"/>
              </a:rPr>
              <a:t>Fewer repetitive tickets reach human support agents.</a:t>
            </a:r>
          </a:p>
        </p:txBody>
      </p:sp>
      <p:sp>
        <p:nvSpPr>
          <p:cNvPr id="11" name="Rounded Rectangle 10"/>
          <p:cNvSpPr/>
          <p:nvPr/>
        </p:nvSpPr>
        <p:spPr>
          <a:xfrm>
            <a:off x="841248" y="4343400"/>
            <a:ext cx="5093208" cy="1920240"/>
          </a:xfrm>
          <a:prstGeom prst="roundRect">
            <a:avLst>
              <a:gd name="adj" fmla="val 8000"/>
            </a:avLst>
          </a:prstGeom>
          <a:solidFill>
            <a:srgbClr val="FFFFFF"/>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15568" y="5052059"/>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15568" y="5052059"/>
            <a:ext cx="502920" cy="502920"/>
          </a:xfrm>
          <a:prstGeom prst="rect">
            <a:avLst/>
          </a:prstGeom>
          <a:noFill/>
        </p:spPr>
        <p:txBody>
          <a:bodyPr wrap="square" lIns="0" tIns="0" rIns="0" bIns="0" anchor="ctr">
            <a:spAutoFit/>
          </a:bodyPr>
          <a:lstStyle/>
          <a:p>
            <a:pPr marL="0" indent="0" algn="ctr">
              <a:buNone/>
            </a:pPr>
            <a:r>
              <a:rPr sz="1600" b="1" i="0">
                <a:solidFill>
                  <a:srgbClr val="FFFFFF"/>
                </a:solidFill>
                <a:latin typeface="Calibri"/>
              </a:rPr>
              <a:t>✓</a:t>
            </a:r>
          </a:p>
        </p:txBody>
      </p:sp>
      <p:sp>
        <p:nvSpPr>
          <p:cNvPr id="14" name="TextBox 13"/>
          <p:cNvSpPr txBox="1"/>
          <p:nvPr/>
        </p:nvSpPr>
        <p:spPr>
          <a:xfrm>
            <a:off x="1892807" y="4493971"/>
            <a:ext cx="3767328" cy="1619098"/>
          </a:xfrm>
          <a:prstGeom prst="rect">
            <a:avLst/>
          </a:prstGeom>
          <a:noFill/>
        </p:spPr>
        <p:txBody>
          <a:bodyPr wrap="square" lIns="0" tIns="0" rIns="0" bIns="0" anchor="ctr">
            <a:spAutoFit/>
          </a:bodyPr>
          <a:lstStyle/>
          <a:p>
            <a:pPr marL="0" indent="0" algn="l">
              <a:spcAft>
                <a:spcPts val="400"/>
              </a:spcAft>
              <a:buNone/>
            </a:pPr>
            <a:r>
              <a:rPr sz="2400" b="1" i="0">
                <a:solidFill>
                  <a:srgbClr val="4A3370"/>
                </a:solidFill>
                <a:latin typeface="Calibri"/>
              </a:rPr>
              <a:t>Trustworthy Answers</a:t>
            </a:r>
          </a:p>
          <a:p>
            <a:pPr marL="0" indent="0" algn="l">
              <a:lnSpc>
                <a:spcPct val="110000"/>
              </a:lnSpc>
              <a:buNone/>
            </a:pPr>
            <a:r>
              <a:rPr sz="2400" b="0" i="0">
                <a:solidFill>
                  <a:srgbClr val="454545"/>
                </a:solidFill>
                <a:latin typeface="Calibri"/>
              </a:rPr>
              <a:t>Every step traces back to verified source content — no guesswork.</a:t>
            </a:r>
          </a:p>
        </p:txBody>
      </p:sp>
      <p:sp>
        <p:nvSpPr>
          <p:cNvPr id="15" name="Rounded Rectangle 14"/>
          <p:cNvSpPr/>
          <p:nvPr/>
        </p:nvSpPr>
        <p:spPr>
          <a:xfrm>
            <a:off x="6254496" y="4343400"/>
            <a:ext cx="5093208" cy="1920240"/>
          </a:xfrm>
          <a:prstGeom prst="roundRect">
            <a:avLst>
              <a:gd name="adj" fmla="val 8000"/>
            </a:avLst>
          </a:prstGeom>
          <a:solidFill>
            <a:srgbClr val="FFFFFF"/>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528816" y="5052059"/>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28816" y="5052059"/>
            <a:ext cx="502920" cy="502920"/>
          </a:xfrm>
          <a:prstGeom prst="rect">
            <a:avLst/>
          </a:prstGeom>
          <a:noFill/>
        </p:spPr>
        <p:txBody>
          <a:bodyPr wrap="square" lIns="0" tIns="0" rIns="0" bIns="0" anchor="ctr">
            <a:spAutoFit/>
          </a:bodyPr>
          <a:lstStyle/>
          <a:p>
            <a:pPr marL="0" indent="0" algn="ctr">
              <a:buNone/>
            </a:pPr>
            <a:r>
              <a:rPr sz="1600" b="1" i="0">
                <a:solidFill>
                  <a:srgbClr val="FFFFFF"/>
                </a:solidFill>
                <a:latin typeface="Calibri"/>
              </a:rPr>
              <a:t>✓</a:t>
            </a:r>
          </a:p>
        </p:txBody>
      </p:sp>
      <p:sp>
        <p:nvSpPr>
          <p:cNvPr id="18" name="TextBox 17"/>
          <p:cNvSpPr txBox="1"/>
          <p:nvPr/>
        </p:nvSpPr>
        <p:spPr>
          <a:xfrm>
            <a:off x="7306055" y="4493971"/>
            <a:ext cx="3767328" cy="1619098"/>
          </a:xfrm>
          <a:prstGeom prst="rect">
            <a:avLst/>
          </a:prstGeom>
          <a:noFill/>
        </p:spPr>
        <p:txBody>
          <a:bodyPr wrap="square" lIns="0" tIns="0" rIns="0" bIns="0" anchor="ctr">
            <a:spAutoFit/>
          </a:bodyPr>
          <a:lstStyle/>
          <a:p>
            <a:pPr marL="0" indent="0" algn="l">
              <a:spcAft>
                <a:spcPts val="400"/>
              </a:spcAft>
              <a:buNone/>
            </a:pPr>
            <a:r>
              <a:rPr sz="2400" b="1" i="0">
                <a:solidFill>
                  <a:srgbClr val="4A3370"/>
                </a:solidFill>
                <a:latin typeface="Calibri"/>
              </a:rPr>
              <a:t>Seamless Fixes</a:t>
            </a:r>
          </a:p>
          <a:p>
            <a:pPr marL="0" indent="0" algn="l">
              <a:lnSpc>
                <a:spcPct val="110000"/>
              </a:lnSpc>
              <a:buNone/>
            </a:pPr>
            <a:r>
              <a:rPr sz="2400" b="0" i="0">
                <a:solidFill>
                  <a:srgbClr val="454545"/>
                </a:solidFill>
                <a:latin typeface="Calibri"/>
              </a:rPr>
              <a:t>Deeplinks remove the friction between getting advice and taking action.</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Rounded Rectangle 2"/>
          <p:cNvSpPr/>
          <p:nvPr/>
        </p:nvSpPr>
        <p:spPr>
          <a:xfrm>
            <a:off x="841248" y="2331720"/>
            <a:ext cx="3288792" cy="2834640"/>
          </a:xfrm>
          <a:prstGeom prst="roundRect">
            <a:avLst>
              <a:gd name="adj" fmla="val 7000"/>
            </a:avLst>
          </a:prstGeom>
          <a:solidFill>
            <a:srgbClr val="F3EFFB"/>
          </a:solidFill>
          <a:ln w="15875">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5568" y="2651760"/>
            <a:ext cx="2740152" cy="276999"/>
          </a:xfrm>
          <a:prstGeom prst="rect">
            <a:avLst/>
          </a:prstGeom>
          <a:noFill/>
        </p:spPr>
        <p:txBody>
          <a:bodyPr wrap="square" lIns="0" tIns="0" rIns="0" bIns="0" anchor="t">
            <a:spAutoFit/>
          </a:bodyPr>
          <a:lstStyle/>
          <a:p>
            <a:pPr marL="0" indent="0" algn="l">
              <a:buNone/>
            </a:pPr>
            <a:r>
              <a:rPr b="1" i="0" dirty="0">
                <a:solidFill>
                  <a:srgbClr val="704EA6"/>
                </a:solidFill>
                <a:latin typeface="Calibri"/>
              </a:rPr>
              <a:t>INNOVATION</a:t>
            </a:r>
          </a:p>
        </p:txBody>
      </p:sp>
      <p:sp>
        <p:nvSpPr>
          <p:cNvPr id="5" name="TextBox 4"/>
          <p:cNvSpPr txBox="1"/>
          <p:nvPr/>
        </p:nvSpPr>
        <p:spPr>
          <a:xfrm>
            <a:off x="1115568" y="3246120"/>
            <a:ext cx="2740152" cy="1645920"/>
          </a:xfrm>
          <a:prstGeom prst="rect">
            <a:avLst/>
          </a:prstGeom>
          <a:noFill/>
        </p:spPr>
        <p:txBody>
          <a:bodyPr wrap="square" lIns="0" tIns="0" rIns="0" bIns="0" anchor="t">
            <a:spAutoFit/>
          </a:bodyPr>
          <a:lstStyle/>
          <a:p>
            <a:pPr marL="0" indent="0" algn="l">
              <a:lnSpc>
                <a:spcPct val="120000"/>
              </a:lnSpc>
              <a:buNone/>
            </a:pPr>
            <a:r>
              <a:rPr b="0" i="0">
                <a:solidFill>
                  <a:srgbClr val="454545"/>
                </a:solidFill>
                <a:latin typeface="Calibri"/>
              </a:rPr>
              <a:t>Pairs source-grounded troubleshooting with direct Galaxy Settings deeplinks — guidance that acts, not just answers.</a:t>
            </a:r>
          </a:p>
        </p:txBody>
      </p:sp>
      <p:sp>
        <p:nvSpPr>
          <p:cNvPr id="6" name="Rounded Rectangle 5"/>
          <p:cNvSpPr/>
          <p:nvPr/>
        </p:nvSpPr>
        <p:spPr>
          <a:xfrm>
            <a:off x="4450080" y="2331720"/>
            <a:ext cx="3288792" cy="2834640"/>
          </a:xfrm>
          <a:prstGeom prst="roundRect">
            <a:avLst>
              <a:gd name="adj" fmla="val 7000"/>
            </a:avLst>
          </a:prstGeom>
          <a:solidFill>
            <a:srgbClr val="EAF5EF"/>
          </a:solidFill>
          <a:ln w="15875">
            <a:solidFill>
              <a:srgbClr val="CBE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24400" y="2651760"/>
            <a:ext cx="2740152" cy="276999"/>
          </a:xfrm>
          <a:prstGeom prst="rect">
            <a:avLst/>
          </a:prstGeom>
          <a:noFill/>
        </p:spPr>
        <p:txBody>
          <a:bodyPr wrap="square" lIns="0" tIns="0" rIns="0" bIns="0" anchor="t">
            <a:spAutoFit/>
          </a:bodyPr>
          <a:lstStyle/>
          <a:p>
            <a:pPr marL="0" indent="0" algn="l">
              <a:buNone/>
            </a:pPr>
            <a:r>
              <a:rPr b="1" i="0">
                <a:solidFill>
                  <a:srgbClr val="3F8C6B"/>
                </a:solidFill>
                <a:latin typeface="Calibri"/>
              </a:rPr>
              <a:t>RESULTS</a:t>
            </a:r>
          </a:p>
        </p:txBody>
      </p:sp>
      <p:sp>
        <p:nvSpPr>
          <p:cNvPr id="8" name="TextBox 7"/>
          <p:cNvSpPr txBox="1"/>
          <p:nvPr/>
        </p:nvSpPr>
        <p:spPr>
          <a:xfrm>
            <a:off x="4724400" y="3246120"/>
            <a:ext cx="2740152" cy="1307409"/>
          </a:xfrm>
          <a:prstGeom prst="rect">
            <a:avLst/>
          </a:prstGeom>
          <a:noFill/>
        </p:spPr>
        <p:txBody>
          <a:bodyPr wrap="square" lIns="0" tIns="0" rIns="0" bIns="0" anchor="t">
            <a:spAutoFit/>
          </a:bodyPr>
          <a:lstStyle/>
          <a:p>
            <a:pPr marL="0" indent="0" algn="l">
              <a:lnSpc>
                <a:spcPct val="120000"/>
              </a:lnSpc>
              <a:buNone/>
            </a:pPr>
            <a:r>
              <a:rPr b="0" i="0">
                <a:solidFill>
                  <a:srgbClr val="454545"/>
                </a:solidFill>
                <a:latin typeface="Calibri"/>
              </a:rPr>
              <a:t>Working prototype generates grounded, step-by-step fixes and resolves them via live deeplinks on sample issues.</a:t>
            </a:r>
          </a:p>
        </p:txBody>
      </p:sp>
      <p:sp>
        <p:nvSpPr>
          <p:cNvPr id="9" name="Rounded Rectangle 8"/>
          <p:cNvSpPr/>
          <p:nvPr/>
        </p:nvSpPr>
        <p:spPr>
          <a:xfrm>
            <a:off x="8058912" y="2331720"/>
            <a:ext cx="3288792" cy="2834640"/>
          </a:xfrm>
          <a:prstGeom prst="roundRect">
            <a:avLst>
              <a:gd name="adj" fmla="val 7000"/>
            </a:avLst>
          </a:prstGeom>
          <a:solidFill>
            <a:srgbClr val="FBEEEC"/>
          </a:solidFill>
          <a:ln w="15875">
            <a:solidFill>
              <a:srgbClr val="EED3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33232" y="2651760"/>
            <a:ext cx="2740152" cy="276999"/>
          </a:xfrm>
          <a:prstGeom prst="rect">
            <a:avLst/>
          </a:prstGeom>
          <a:noFill/>
        </p:spPr>
        <p:txBody>
          <a:bodyPr wrap="square" lIns="0" tIns="0" rIns="0" bIns="0" anchor="t">
            <a:spAutoFit/>
          </a:bodyPr>
          <a:lstStyle/>
          <a:p>
            <a:pPr marL="0" indent="0" algn="l">
              <a:buNone/>
            </a:pPr>
            <a:r>
              <a:rPr b="1" i="0">
                <a:solidFill>
                  <a:srgbClr val="B85042"/>
                </a:solidFill>
                <a:latin typeface="Calibri"/>
              </a:rPr>
              <a:t>LIMITATIONS</a:t>
            </a:r>
          </a:p>
        </p:txBody>
      </p:sp>
      <p:sp>
        <p:nvSpPr>
          <p:cNvPr id="11" name="TextBox 10"/>
          <p:cNvSpPr txBox="1"/>
          <p:nvPr/>
        </p:nvSpPr>
        <p:spPr>
          <a:xfrm>
            <a:off x="8333232" y="3246120"/>
            <a:ext cx="2740152" cy="1307409"/>
          </a:xfrm>
          <a:prstGeom prst="rect">
            <a:avLst/>
          </a:prstGeom>
          <a:noFill/>
        </p:spPr>
        <p:txBody>
          <a:bodyPr wrap="square" lIns="0" tIns="0" rIns="0" bIns="0" anchor="t">
            <a:spAutoFit/>
          </a:bodyPr>
          <a:lstStyle/>
          <a:p>
            <a:pPr marL="0" indent="0" algn="l">
              <a:lnSpc>
                <a:spcPct val="120000"/>
              </a:lnSpc>
              <a:buNone/>
            </a:pPr>
            <a:r>
              <a:rPr b="0" i="0">
                <a:solidFill>
                  <a:srgbClr val="454545"/>
                </a:solidFill>
                <a:latin typeface="Calibri"/>
              </a:rPr>
              <a:t>Deeplink coverage is limited to mapped Settings screens, and the knowledge base needs ongoing curation.</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cxnSp>
        <p:nvCxnSpPr>
          <p:cNvPr id="3" name="Connector 2"/>
          <p:cNvCxnSpPr/>
          <p:nvPr/>
        </p:nvCxnSpPr>
        <p:spPr>
          <a:xfrm>
            <a:off x="1069848" y="3246120"/>
            <a:ext cx="10049256" cy="0"/>
          </a:xfrm>
          <a:prstGeom prst="line">
            <a:avLst/>
          </a:prstGeom>
          <a:ln w="25400">
            <a:solidFill>
              <a:srgbClr val="C9B8E8"/>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925955" y="3017520"/>
            <a:ext cx="457200" cy="45720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925955" y="3017520"/>
            <a:ext cx="457200" cy="457200"/>
          </a:xfrm>
          <a:prstGeom prst="rect">
            <a:avLst/>
          </a:prstGeom>
          <a:noFill/>
        </p:spPr>
        <p:txBody>
          <a:bodyPr wrap="square" lIns="0" tIns="0" rIns="0" bIns="0" anchor="ctr">
            <a:spAutoFit/>
          </a:bodyPr>
          <a:lstStyle/>
          <a:p>
            <a:pPr marL="0" indent="0" algn="ctr">
              <a:buNone/>
            </a:pPr>
            <a:r>
              <a:rPr sz="1400" b="1" i="0">
                <a:solidFill>
                  <a:srgbClr val="FFFFFF"/>
                </a:solidFill>
                <a:latin typeface="Calibri"/>
              </a:rPr>
              <a:t>1</a:t>
            </a:r>
          </a:p>
        </p:txBody>
      </p:sp>
      <p:sp>
        <p:nvSpPr>
          <p:cNvPr id="6" name="TextBox 5"/>
          <p:cNvSpPr txBox="1"/>
          <p:nvPr/>
        </p:nvSpPr>
        <p:spPr>
          <a:xfrm>
            <a:off x="978408" y="3703320"/>
            <a:ext cx="2352294" cy="1168269"/>
          </a:xfrm>
          <a:prstGeom prst="rect">
            <a:avLst/>
          </a:prstGeom>
          <a:noFill/>
        </p:spPr>
        <p:txBody>
          <a:bodyPr wrap="square" lIns="0" tIns="0" rIns="0" bIns="0" anchor="t">
            <a:spAutoFit/>
          </a:bodyPr>
          <a:lstStyle/>
          <a:p>
            <a:pPr marL="0" indent="0" algn="ctr">
              <a:lnSpc>
                <a:spcPct val="105000"/>
              </a:lnSpc>
              <a:spcAft>
                <a:spcPts val="600"/>
              </a:spcAft>
              <a:buNone/>
            </a:pPr>
            <a:r>
              <a:rPr sz="1600" b="1" i="0">
                <a:solidFill>
                  <a:srgbClr val="4A3370"/>
                </a:solidFill>
                <a:latin typeface="Calibri"/>
              </a:rPr>
              <a:t>Expand Knowledge Base</a:t>
            </a:r>
          </a:p>
          <a:p>
            <a:pPr marL="0" indent="0" algn="ctr">
              <a:lnSpc>
                <a:spcPct val="115000"/>
              </a:lnSpc>
              <a:buNone/>
            </a:pPr>
            <a:r>
              <a:rPr sz="1600" b="0" i="0">
                <a:solidFill>
                  <a:srgbClr val="454545"/>
                </a:solidFill>
                <a:latin typeface="Calibri"/>
              </a:rPr>
              <a:t>Cover more devices, OS versions and support articles.</a:t>
            </a:r>
          </a:p>
        </p:txBody>
      </p:sp>
      <p:sp>
        <p:nvSpPr>
          <p:cNvPr id="7" name="Oval 6"/>
          <p:cNvSpPr/>
          <p:nvPr/>
        </p:nvSpPr>
        <p:spPr>
          <a:xfrm>
            <a:off x="4552569" y="3017520"/>
            <a:ext cx="457200" cy="45720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52569" y="3017520"/>
            <a:ext cx="457200" cy="457200"/>
          </a:xfrm>
          <a:prstGeom prst="rect">
            <a:avLst/>
          </a:prstGeom>
          <a:noFill/>
        </p:spPr>
        <p:txBody>
          <a:bodyPr wrap="square" lIns="0" tIns="0" rIns="0" bIns="0" anchor="ctr">
            <a:spAutoFit/>
          </a:bodyPr>
          <a:lstStyle/>
          <a:p>
            <a:pPr marL="0" indent="0" algn="ctr">
              <a:buNone/>
            </a:pPr>
            <a:r>
              <a:rPr sz="1400" b="1" i="0">
                <a:solidFill>
                  <a:srgbClr val="FFFFFF"/>
                </a:solidFill>
                <a:latin typeface="Calibri"/>
              </a:rPr>
              <a:t>2</a:t>
            </a:r>
          </a:p>
        </p:txBody>
      </p:sp>
      <p:sp>
        <p:nvSpPr>
          <p:cNvPr id="9" name="TextBox 8"/>
          <p:cNvSpPr txBox="1"/>
          <p:nvPr/>
        </p:nvSpPr>
        <p:spPr>
          <a:xfrm>
            <a:off x="3605022" y="3703320"/>
            <a:ext cx="2352294" cy="885114"/>
          </a:xfrm>
          <a:prstGeom prst="rect">
            <a:avLst/>
          </a:prstGeom>
          <a:noFill/>
        </p:spPr>
        <p:txBody>
          <a:bodyPr wrap="square" lIns="0" tIns="0" rIns="0" bIns="0" anchor="t">
            <a:spAutoFit/>
          </a:bodyPr>
          <a:lstStyle/>
          <a:p>
            <a:pPr marL="0" indent="0" algn="ctr">
              <a:lnSpc>
                <a:spcPct val="105000"/>
              </a:lnSpc>
              <a:spcAft>
                <a:spcPts val="600"/>
              </a:spcAft>
              <a:buNone/>
            </a:pPr>
            <a:r>
              <a:rPr sz="1600" b="1" i="0">
                <a:solidFill>
                  <a:srgbClr val="4A3370"/>
                </a:solidFill>
                <a:latin typeface="Calibri"/>
              </a:rPr>
              <a:t>Broaden Deeplink Coverage</a:t>
            </a:r>
          </a:p>
          <a:p>
            <a:pPr marL="0" indent="0" algn="ctr">
              <a:lnSpc>
                <a:spcPct val="115000"/>
              </a:lnSpc>
              <a:buNone/>
            </a:pPr>
            <a:r>
              <a:rPr sz="1600" b="0" i="0">
                <a:solidFill>
                  <a:srgbClr val="454545"/>
                </a:solidFill>
                <a:latin typeface="Calibri"/>
              </a:rPr>
              <a:t>Map more Galaxy Settings screens for direct fixes.</a:t>
            </a:r>
          </a:p>
        </p:txBody>
      </p:sp>
      <p:sp>
        <p:nvSpPr>
          <p:cNvPr id="10" name="Oval 9"/>
          <p:cNvSpPr/>
          <p:nvPr/>
        </p:nvSpPr>
        <p:spPr>
          <a:xfrm>
            <a:off x="7179183" y="3017520"/>
            <a:ext cx="457200" cy="45720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79183" y="3017520"/>
            <a:ext cx="457200" cy="457200"/>
          </a:xfrm>
          <a:prstGeom prst="rect">
            <a:avLst/>
          </a:prstGeom>
          <a:noFill/>
        </p:spPr>
        <p:txBody>
          <a:bodyPr wrap="square" lIns="0" tIns="0" rIns="0" bIns="0" anchor="ctr">
            <a:spAutoFit/>
          </a:bodyPr>
          <a:lstStyle/>
          <a:p>
            <a:pPr marL="0" indent="0" algn="ctr">
              <a:buNone/>
            </a:pPr>
            <a:r>
              <a:rPr sz="1400" b="1" i="0">
                <a:solidFill>
                  <a:srgbClr val="FFFFFF"/>
                </a:solidFill>
                <a:latin typeface="Calibri"/>
              </a:rPr>
              <a:t>3</a:t>
            </a:r>
          </a:p>
        </p:txBody>
      </p:sp>
      <p:sp>
        <p:nvSpPr>
          <p:cNvPr id="12" name="TextBox 11"/>
          <p:cNvSpPr txBox="1"/>
          <p:nvPr/>
        </p:nvSpPr>
        <p:spPr>
          <a:xfrm>
            <a:off x="6231636" y="3703320"/>
            <a:ext cx="2352294" cy="1168269"/>
          </a:xfrm>
          <a:prstGeom prst="rect">
            <a:avLst/>
          </a:prstGeom>
          <a:noFill/>
        </p:spPr>
        <p:txBody>
          <a:bodyPr wrap="square" lIns="0" tIns="0" rIns="0" bIns="0" anchor="t">
            <a:spAutoFit/>
          </a:bodyPr>
          <a:lstStyle/>
          <a:p>
            <a:pPr marL="0" indent="0" algn="ctr">
              <a:lnSpc>
                <a:spcPct val="105000"/>
              </a:lnSpc>
              <a:spcAft>
                <a:spcPts val="600"/>
              </a:spcAft>
              <a:buNone/>
            </a:pPr>
            <a:r>
              <a:rPr sz="1600" b="1" i="0">
                <a:solidFill>
                  <a:srgbClr val="4A3370"/>
                </a:solidFill>
                <a:latin typeface="Calibri"/>
              </a:rPr>
              <a:t>Add a Feedback Loop</a:t>
            </a:r>
          </a:p>
          <a:p>
            <a:pPr marL="0" indent="0" algn="ctr">
              <a:lnSpc>
                <a:spcPct val="115000"/>
              </a:lnSpc>
              <a:buNone/>
            </a:pPr>
            <a:r>
              <a:rPr sz="1600" b="0" i="0">
                <a:solidFill>
                  <a:srgbClr val="454545"/>
                </a:solidFill>
                <a:latin typeface="Calibri"/>
              </a:rPr>
              <a:t>Learn from resolved and unresolved sessions to improve grounding.</a:t>
            </a:r>
          </a:p>
        </p:txBody>
      </p:sp>
      <p:sp>
        <p:nvSpPr>
          <p:cNvPr id="13" name="Oval 12"/>
          <p:cNvSpPr/>
          <p:nvPr/>
        </p:nvSpPr>
        <p:spPr>
          <a:xfrm>
            <a:off x="9805797" y="3017520"/>
            <a:ext cx="457200" cy="45720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805797" y="3017520"/>
            <a:ext cx="457200" cy="457200"/>
          </a:xfrm>
          <a:prstGeom prst="rect">
            <a:avLst/>
          </a:prstGeom>
          <a:noFill/>
        </p:spPr>
        <p:txBody>
          <a:bodyPr wrap="square" lIns="0" tIns="0" rIns="0" bIns="0" anchor="ctr">
            <a:spAutoFit/>
          </a:bodyPr>
          <a:lstStyle/>
          <a:p>
            <a:pPr marL="0" indent="0" algn="ctr">
              <a:buNone/>
            </a:pPr>
            <a:r>
              <a:rPr sz="1400" b="1" i="0">
                <a:solidFill>
                  <a:srgbClr val="FFFFFF"/>
                </a:solidFill>
                <a:latin typeface="Calibri"/>
              </a:rPr>
              <a:t>4</a:t>
            </a:r>
          </a:p>
        </p:txBody>
      </p:sp>
      <p:sp>
        <p:nvSpPr>
          <p:cNvPr id="15" name="TextBox 14"/>
          <p:cNvSpPr txBox="1"/>
          <p:nvPr/>
        </p:nvSpPr>
        <p:spPr>
          <a:xfrm>
            <a:off x="8858250" y="3703320"/>
            <a:ext cx="2352294" cy="1168269"/>
          </a:xfrm>
          <a:prstGeom prst="rect">
            <a:avLst/>
          </a:prstGeom>
          <a:noFill/>
        </p:spPr>
        <p:txBody>
          <a:bodyPr wrap="square" lIns="0" tIns="0" rIns="0" bIns="0" anchor="t">
            <a:spAutoFit/>
          </a:bodyPr>
          <a:lstStyle/>
          <a:p>
            <a:pPr marL="0" indent="0" algn="ctr">
              <a:lnSpc>
                <a:spcPct val="105000"/>
              </a:lnSpc>
              <a:spcAft>
                <a:spcPts val="600"/>
              </a:spcAft>
              <a:buNone/>
            </a:pPr>
            <a:r>
              <a:rPr sz="1600" b="1" i="0">
                <a:solidFill>
                  <a:srgbClr val="4A3370"/>
                </a:solidFill>
                <a:latin typeface="Calibri"/>
              </a:rPr>
              <a:t>Pilot with Real Users</a:t>
            </a:r>
          </a:p>
          <a:p>
            <a:pPr marL="0" indent="0" algn="ctr">
              <a:lnSpc>
                <a:spcPct val="115000"/>
              </a:lnSpc>
              <a:buNone/>
            </a:pPr>
            <a:r>
              <a:rPr sz="1600" b="0" i="0">
                <a:solidFill>
                  <a:srgbClr val="454545"/>
                </a:solidFill>
                <a:latin typeface="Calibri"/>
              </a:rPr>
              <a:t>Test on a live support channel and measure deflection.</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Rounded Rectangle 2"/>
          <p:cNvSpPr/>
          <p:nvPr/>
        </p:nvSpPr>
        <p:spPr>
          <a:xfrm>
            <a:off x="841248" y="2103120"/>
            <a:ext cx="5093208" cy="1920240"/>
          </a:xfrm>
          <a:prstGeom prst="roundRect">
            <a:avLst>
              <a:gd name="adj" fmla="val 8000"/>
            </a:avLst>
          </a:prstGeom>
          <a:solidFill>
            <a:srgbClr val="F3EFFB"/>
          </a:solidFill>
          <a:ln w="12700">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15568" y="2377439"/>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 y="2377439"/>
            <a:ext cx="384048" cy="384048"/>
          </a:xfrm>
          <a:prstGeom prst="rect">
            <a:avLst/>
          </a:prstGeom>
          <a:noFill/>
        </p:spPr>
        <p:txBody>
          <a:bodyPr wrap="square" lIns="0" tIns="0" rIns="0" bIns="0" anchor="ctr">
            <a:spAutoFit/>
          </a:bodyPr>
          <a:lstStyle/>
          <a:p>
            <a:pPr marL="0" indent="0" algn="ctr">
              <a:buNone/>
            </a:pPr>
            <a:r>
              <a:rPr sz="1300" b="1" i="0">
                <a:solidFill>
                  <a:srgbClr val="FFFFFF"/>
                </a:solidFill>
                <a:latin typeface="Calibri"/>
              </a:rPr>
              <a:t>1</a:t>
            </a:r>
          </a:p>
        </p:txBody>
      </p:sp>
      <p:sp>
        <p:nvSpPr>
          <p:cNvPr id="6" name="TextBox 5"/>
          <p:cNvSpPr txBox="1"/>
          <p:nvPr/>
        </p:nvSpPr>
        <p:spPr>
          <a:xfrm>
            <a:off x="1115568" y="2926079"/>
            <a:ext cx="4544568" cy="1046184"/>
          </a:xfrm>
          <a:prstGeom prst="rect">
            <a:avLst/>
          </a:prstGeom>
          <a:noFill/>
        </p:spPr>
        <p:txBody>
          <a:bodyPr wrap="square" lIns="0" tIns="0" rIns="0" bIns="0" anchor="t">
            <a:spAutoFit/>
          </a:bodyPr>
          <a:lstStyle/>
          <a:p>
            <a:pPr marL="0" indent="0" algn="l">
              <a:lnSpc>
                <a:spcPct val="100000"/>
              </a:lnSpc>
              <a:spcAft>
                <a:spcPts val="400"/>
              </a:spcAft>
              <a:buNone/>
            </a:pPr>
            <a:r>
              <a:rPr sz="2000" b="1" i="0" dirty="0">
                <a:solidFill>
                  <a:srgbClr val="4A3370"/>
                </a:solidFill>
                <a:latin typeface="Calibri"/>
              </a:rPr>
              <a:t>Fully Source-Grounded</a:t>
            </a:r>
          </a:p>
          <a:p>
            <a:pPr marL="0" indent="0" algn="l">
              <a:lnSpc>
                <a:spcPct val="115000"/>
              </a:lnSpc>
              <a:buNone/>
            </a:pPr>
            <a:r>
              <a:rPr sz="2000" b="0" i="0" dirty="0">
                <a:solidFill>
                  <a:srgbClr val="454545"/>
                </a:solidFill>
                <a:latin typeface="Calibri"/>
              </a:rPr>
              <a:t>No hallucinated steps — every action traces back to a real support article.</a:t>
            </a:r>
          </a:p>
        </p:txBody>
      </p:sp>
      <p:sp>
        <p:nvSpPr>
          <p:cNvPr id="7" name="Rounded Rectangle 6"/>
          <p:cNvSpPr/>
          <p:nvPr/>
        </p:nvSpPr>
        <p:spPr>
          <a:xfrm>
            <a:off x="6254496" y="2103120"/>
            <a:ext cx="5093208" cy="1920240"/>
          </a:xfrm>
          <a:prstGeom prst="roundRect">
            <a:avLst>
              <a:gd name="adj" fmla="val 8000"/>
            </a:avLst>
          </a:prstGeom>
          <a:solidFill>
            <a:srgbClr val="F3EFFB"/>
          </a:solidFill>
          <a:ln w="12700">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528816" y="2377439"/>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28816" y="2377439"/>
            <a:ext cx="384048" cy="384048"/>
          </a:xfrm>
          <a:prstGeom prst="rect">
            <a:avLst/>
          </a:prstGeom>
          <a:noFill/>
        </p:spPr>
        <p:txBody>
          <a:bodyPr wrap="square" lIns="0" tIns="0" rIns="0" bIns="0" anchor="ctr">
            <a:spAutoFit/>
          </a:bodyPr>
          <a:lstStyle/>
          <a:p>
            <a:pPr marL="0" indent="0" algn="ctr">
              <a:buNone/>
            </a:pPr>
            <a:r>
              <a:rPr sz="1300" b="1" i="0">
                <a:solidFill>
                  <a:srgbClr val="FFFFFF"/>
                </a:solidFill>
                <a:latin typeface="Calibri"/>
              </a:rPr>
              <a:t>2</a:t>
            </a:r>
          </a:p>
        </p:txBody>
      </p:sp>
      <p:sp>
        <p:nvSpPr>
          <p:cNvPr id="10" name="TextBox 9"/>
          <p:cNvSpPr txBox="1"/>
          <p:nvPr/>
        </p:nvSpPr>
        <p:spPr>
          <a:xfrm>
            <a:off x="6528816" y="2926079"/>
            <a:ext cx="4544568" cy="1046184"/>
          </a:xfrm>
          <a:prstGeom prst="rect">
            <a:avLst/>
          </a:prstGeom>
          <a:noFill/>
        </p:spPr>
        <p:txBody>
          <a:bodyPr wrap="square" lIns="0" tIns="0" rIns="0" bIns="0" anchor="t">
            <a:spAutoFit/>
          </a:bodyPr>
          <a:lstStyle/>
          <a:p>
            <a:pPr marL="0" indent="0" algn="l">
              <a:lnSpc>
                <a:spcPct val="100000"/>
              </a:lnSpc>
              <a:spcAft>
                <a:spcPts val="400"/>
              </a:spcAft>
              <a:buNone/>
            </a:pPr>
            <a:r>
              <a:rPr sz="2000" b="1" i="0">
                <a:solidFill>
                  <a:srgbClr val="4A3370"/>
                </a:solidFill>
                <a:latin typeface="Calibri"/>
              </a:rPr>
              <a:t>Action, Not Just Advice</a:t>
            </a:r>
          </a:p>
          <a:p>
            <a:pPr marL="0" indent="0" algn="l">
              <a:lnSpc>
                <a:spcPct val="115000"/>
              </a:lnSpc>
              <a:buNone/>
            </a:pPr>
            <a:r>
              <a:rPr sz="2000" b="0" i="0">
                <a:solidFill>
                  <a:srgbClr val="454545"/>
                </a:solidFill>
                <a:latin typeface="Calibri"/>
              </a:rPr>
              <a:t>Galaxy Settings deeplinks close the loop instantly, in one tap.</a:t>
            </a:r>
          </a:p>
        </p:txBody>
      </p:sp>
      <p:sp>
        <p:nvSpPr>
          <p:cNvPr id="11" name="Rounded Rectangle 10"/>
          <p:cNvSpPr/>
          <p:nvPr/>
        </p:nvSpPr>
        <p:spPr>
          <a:xfrm>
            <a:off x="841248" y="4343400"/>
            <a:ext cx="5093208" cy="1920240"/>
          </a:xfrm>
          <a:prstGeom prst="roundRect">
            <a:avLst>
              <a:gd name="adj" fmla="val 8000"/>
            </a:avLst>
          </a:prstGeom>
          <a:solidFill>
            <a:srgbClr val="F3EFFB"/>
          </a:solidFill>
          <a:ln w="12700">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15568" y="4617720"/>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15568" y="4617720"/>
            <a:ext cx="384048" cy="384048"/>
          </a:xfrm>
          <a:prstGeom prst="rect">
            <a:avLst/>
          </a:prstGeom>
          <a:noFill/>
        </p:spPr>
        <p:txBody>
          <a:bodyPr wrap="square" lIns="0" tIns="0" rIns="0" bIns="0" anchor="ctr">
            <a:spAutoFit/>
          </a:bodyPr>
          <a:lstStyle/>
          <a:p>
            <a:pPr marL="0" indent="0" algn="ctr">
              <a:buNone/>
            </a:pPr>
            <a:r>
              <a:rPr sz="1300" b="1" i="0">
                <a:solidFill>
                  <a:srgbClr val="FFFFFF"/>
                </a:solidFill>
                <a:latin typeface="Calibri"/>
              </a:rPr>
              <a:t>3</a:t>
            </a:r>
          </a:p>
        </p:txBody>
      </p:sp>
      <p:sp>
        <p:nvSpPr>
          <p:cNvPr id="14" name="TextBox 13"/>
          <p:cNvSpPr txBox="1"/>
          <p:nvPr/>
        </p:nvSpPr>
        <p:spPr>
          <a:xfrm>
            <a:off x="1115568" y="5166359"/>
            <a:ext cx="4544568" cy="1046184"/>
          </a:xfrm>
          <a:prstGeom prst="rect">
            <a:avLst/>
          </a:prstGeom>
          <a:noFill/>
        </p:spPr>
        <p:txBody>
          <a:bodyPr wrap="square" lIns="0" tIns="0" rIns="0" bIns="0" anchor="t">
            <a:spAutoFit/>
          </a:bodyPr>
          <a:lstStyle/>
          <a:p>
            <a:pPr marL="0" indent="0" algn="l">
              <a:lnSpc>
                <a:spcPct val="100000"/>
              </a:lnSpc>
              <a:spcAft>
                <a:spcPts val="400"/>
              </a:spcAft>
              <a:buNone/>
            </a:pPr>
            <a:r>
              <a:rPr sz="2000" b="1" i="0">
                <a:solidFill>
                  <a:srgbClr val="4A3370"/>
                </a:solidFill>
                <a:latin typeface="Calibri"/>
              </a:rPr>
              <a:t>Built to Scale</a:t>
            </a:r>
          </a:p>
          <a:p>
            <a:pPr marL="0" indent="0" algn="l">
              <a:lnSpc>
                <a:spcPct val="115000"/>
              </a:lnSpc>
              <a:buNone/>
            </a:pPr>
            <a:r>
              <a:rPr sz="2000" b="0" i="0">
                <a:solidFill>
                  <a:srgbClr val="454545"/>
                </a:solidFill>
                <a:latin typeface="Calibri"/>
              </a:rPr>
              <a:t>Modular RAG pipeline extends easily to new devices and OS versions.</a:t>
            </a:r>
          </a:p>
        </p:txBody>
      </p:sp>
      <p:sp>
        <p:nvSpPr>
          <p:cNvPr id="15" name="Rounded Rectangle 14"/>
          <p:cNvSpPr/>
          <p:nvPr/>
        </p:nvSpPr>
        <p:spPr>
          <a:xfrm>
            <a:off x="6254496" y="4343400"/>
            <a:ext cx="5093208" cy="1920240"/>
          </a:xfrm>
          <a:prstGeom prst="roundRect">
            <a:avLst>
              <a:gd name="adj" fmla="val 8000"/>
            </a:avLst>
          </a:prstGeom>
          <a:solidFill>
            <a:srgbClr val="F3EFFB"/>
          </a:solidFill>
          <a:ln w="12700">
            <a:solidFill>
              <a:srgbClr val="DDD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528816" y="4617720"/>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28816" y="4617720"/>
            <a:ext cx="384048" cy="384048"/>
          </a:xfrm>
          <a:prstGeom prst="rect">
            <a:avLst/>
          </a:prstGeom>
          <a:noFill/>
        </p:spPr>
        <p:txBody>
          <a:bodyPr wrap="square" lIns="0" tIns="0" rIns="0" bIns="0" anchor="ctr">
            <a:spAutoFit/>
          </a:bodyPr>
          <a:lstStyle/>
          <a:p>
            <a:pPr marL="0" indent="0" algn="ctr">
              <a:buNone/>
            </a:pPr>
            <a:r>
              <a:rPr sz="1300" b="1" i="0">
                <a:solidFill>
                  <a:srgbClr val="FFFFFF"/>
                </a:solidFill>
                <a:latin typeface="Calibri"/>
              </a:rPr>
              <a:t>4</a:t>
            </a:r>
          </a:p>
        </p:txBody>
      </p:sp>
      <p:sp>
        <p:nvSpPr>
          <p:cNvPr id="18" name="TextBox 17"/>
          <p:cNvSpPr txBox="1"/>
          <p:nvPr/>
        </p:nvSpPr>
        <p:spPr>
          <a:xfrm>
            <a:off x="6528816" y="5166359"/>
            <a:ext cx="4544568" cy="1046184"/>
          </a:xfrm>
          <a:prstGeom prst="rect">
            <a:avLst/>
          </a:prstGeom>
          <a:noFill/>
        </p:spPr>
        <p:txBody>
          <a:bodyPr wrap="square" lIns="0" tIns="0" rIns="0" bIns="0" anchor="t">
            <a:spAutoFit/>
          </a:bodyPr>
          <a:lstStyle/>
          <a:p>
            <a:pPr marL="0" indent="0" algn="l">
              <a:lnSpc>
                <a:spcPct val="100000"/>
              </a:lnSpc>
              <a:spcAft>
                <a:spcPts val="400"/>
              </a:spcAft>
              <a:buNone/>
            </a:pPr>
            <a:r>
              <a:rPr sz="2000" b="1" i="0">
                <a:solidFill>
                  <a:srgbClr val="4A3370"/>
                </a:solidFill>
                <a:latin typeface="Calibri"/>
              </a:rPr>
              <a:t>Hackathon-Ready Prototype</a:t>
            </a:r>
          </a:p>
          <a:p>
            <a:pPr marL="0" indent="0" algn="l">
              <a:lnSpc>
                <a:spcPct val="115000"/>
              </a:lnSpc>
              <a:buNone/>
            </a:pPr>
            <a:r>
              <a:rPr sz="2000" b="0" i="0">
                <a:solidFill>
                  <a:srgbClr val="454545"/>
                </a:solidFill>
                <a:latin typeface="Calibri"/>
              </a:rPr>
              <a:t>A working end-to-end demo, built and deployed within the hackathon timeframe.</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a:xfrm>
            <a:off x="254000" y="1825625"/>
            <a:ext cx="11099800" cy="4351338"/>
          </a:xfrm>
        </p:spPr>
        <p:txBody>
          <a:bodyPr/>
          <a:lstStyle/>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Working prototype code — public or shared GitHub repo (Y/N): Y</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README with reproducible setup instructions (Y/N): Y</a:t>
            </a:r>
            <a:endParaRPr lang="en-US" sz="2800" dirty="0"/>
          </a:p>
          <a:p>
            <a:pPr marL="177800" indent="-177800">
              <a:spcAft>
                <a:spcPts val="500"/>
              </a:spcAft>
              <a:buSzPct val="100000"/>
            </a:pPr>
            <a:r>
              <a:rPr lang="en-US" sz="2800" dirty="0">
                <a:solidFill>
                  <a:srgbClr val="63637E"/>
                </a:solidFill>
                <a:latin typeface="Calibri" pitchFamily="34" charset="0"/>
                <a:ea typeface="Calibri" pitchFamily="34" charset="-122"/>
                <a:cs typeface="Calibri" pitchFamily="34" charset="-120"/>
              </a:rPr>
              <a:t>Demo video, max 5 minutes (YouTube or Drive link): </a:t>
            </a:r>
            <a:r>
              <a:rPr lang="en-IN" sz="1800" dirty="0">
                <a:solidFill>
                  <a:srgbClr val="787878"/>
                </a:solidFill>
                <a:hlinkClick r:id="rId2"/>
              </a:rPr>
              <a:t>https://youtu.be/dOxAHL3kfXk</a:t>
            </a:r>
            <a:endParaRPr lang="en-US" sz="1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Presentation file (PPT or PDF) (Y/N): Y</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123</TotalTime>
  <Words>803</Words>
  <Application>Microsoft Office PowerPoint</Application>
  <PresentationFormat>Widescreen</PresentationFormat>
  <Paragraphs>105</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 2 : Smart Guided Troubleshooting Engine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Shashank Prasad</cp:lastModifiedBy>
  <cp:revision>6</cp:revision>
  <dcterms:created xsi:type="dcterms:W3CDTF">2026-09-07T12:01:01Z</dcterms:created>
  <dcterms:modified xsi:type="dcterms:W3CDTF">2026-09-27T17:38:31Z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